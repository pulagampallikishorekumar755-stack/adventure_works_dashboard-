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04" r:id="rId1"/>
  </p:sldMasterIdLst>
  <p:notesMasterIdLst>
    <p:notesMasterId r:id="rId12"/>
  </p:notesMasterIdLst>
  <p:sldIdLst>
    <p:sldId id="263" r:id="rId2"/>
    <p:sldId id="264" r:id="rId3"/>
    <p:sldId id="267" r:id="rId4"/>
    <p:sldId id="265" r:id="rId5"/>
    <p:sldId id="260" r:id="rId6"/>
    <p:sldId id="269" r:id="rId7"/>
    <p:sldId id="266" r:id="rId8"/>
    <p:sldId id="270" r:id="rId9"/>
    <p:sldId id="271" r:id="rId10"/>
    <p:sldId id="27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yothi" initials="j" lastIdx="1" clrIdx="0">
    <p:extLst>
      <p:ext uri="{19B8F6BF-5375-455C-9EA6-DF929625EA0E}">
        <p15:presenceInfo xmlns:p15="http://schemas.microsoft.com/office/powerpoint/2012/main" userId="jyothi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0A500"/>
    <a:srgbClr val="336699"/>
    <a:srgbClr val="000066"/>
    <a:srgbClr val="C49500"/>
    <a:srgbClr val="989800"/>
    <a:srgbClr val="00AA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653" autoAdjust="0"/>
    <p:restoredTop sz="94660"/>
  </p:normalViewPr>
  <p:slideViewPr>
    <p:cSldViewPr snapToGrid="0">
      <p:cViewPr varScale="1">
        <p:scale>
          <a:sx n="81" d="100"/>
          <a:sy n="81" d="100"/>
        </p:scale>
        <p:origin x="26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158AB2-237A-417D-9564-FB6DFFEF2D7A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10B4410-94A9-4C5E-93C5-A634E937967D}">
      <dgm:prSet/>
      <dgm:spPr/>
      <dgm:t>
        <a:bodyPr/>
        <a:lstStyle/>
        <a:p>
          <a:r>
            <a:rPr lang="en-IN" dirty="0">
              <a:solidFill>
                <a:schemeClr val="bg1"/>
              </a:solidFill>
            </a:rPr>
            <a:t>K Mahendra</a:t>
          </a:r>
        </a:p>
      </dgm:t>
    </dgm:pt>
    <dgm:pt modelId="{C4707BF2-5D61-41E6-BF7F-D55279DECA78}" type="parTrans" cxnId="{60CBBA70-ED92-4F3D-BBFE-3684F2AD81C3}">
      <dgm:prSet/>
      <dgm:spPr/>
      <dgm:t>
        <a:bodyPr/>
        <a:lstStyle/>
        <a:p>
          <a:endParaRPr lang="en-IN"/>
        </a:p>
      </dgm:t>
    </dgm:pt>
    <dgm:pt modelId="{CD33D950-D8CD-46E6-A42F-0495C00155C1}" type="sibTrans" cxnId="{60CBBA70-ED92-4F3D-BBFE-3684F2AD81C3}">
      <dgm:prSet/>
      <dgm:spPr/>
      <dgm:t>
        <a:bodyPr/>
        <a:lstStyle/>
        <a:p>
          <a:endParaRPr lang="en-IN"/>
        </a:p>
      </dgm:t>
    </dgm:pt>
    <dgm:pt modelId="{A65B99E7-1CC5-4D93-909A-80472F57B44A}">
      <dgm:prSet/>
      <dgm:spPr/>
      <dgm:t>
        <a:bodyPr/>
        <a:lstStyle/>
        <a:p>
          <a:r>
            <a:rPr lang="en-IN" dirty="0">
              <a:solidFill>
                <a:schemeClr val="bg1"/>
              </a:solidFill>
            </a:rPr>
            <a:t>Kishor Kumar</a:t>
          </a:r>
        </a:p>
      </dgm:t>
    </dgm:pt>
    <dgm:pt modelId="{3225DFA9-E958-4490-A837-97BCD1B767F0}" type="parTrans" cxnId="{FFCBA746-157A-4A13-A4DB-12FE676238F4}">
      <dgm:prSet/>
      <dgm:spPr/>
      <dgm:t>
        <a:bodyPr/>
        <a:lstStyle/>
        <a:p>
          <a:endParaRPr lang="en-IN"/>
        </a:p>
      </dgm:t>
    </dgm:pt>
    <dgm:pt modelId="{38BAD87F-DFF8-4B59-9936-0CCDCCACD7CB}" type="sibTrans" cxnId="{FFCBA746-157A-4A13-A4DB-12FE676238F4}">
      <dgm:prSet/>
      <dgm:spPr/>
      <dgm:t>
        <a:bodyPr/>
        <a:lstStyle/>
        <a:p>
          <a:endParaRPr lang="en-IN"/>
        </a:p>
      </dgm:t>
    </dgm:pt>
    <dgm:pt modelId="{3DADABC8-7476-47AC-AD2D-9A715C617FA4}">
      <dgm:prSet/>
      <dgm:spPr/>
      <dgm:t>
        <a:bodyPr/>
        <a:lstStyle/>
        <a:p>
          <a:r>
            <a:rPr lang="en-IN" dirty="0">
              <a:solidFill>
                <a:schemeClr val="bg1"/>
              </a:solidFill>
            </a:rPr>
            <a:t>B Veeranjaneyulu</a:t>
          </a:r>
        </a:p>
      </dgm:t>
    </dgm:pt>
    <dgm:pt modelId="{2F23CBA9-8712-4B50-916F-061CF6A9C2C8}" type="parTrans" cxnId="{7E45C240-47DF-43C1-9A39-7E0D7DE58D07}">
      <dgm:prSet/>
      <dgm:spPr/>
      <dgm:t>
        <a:bodyPr/>
        <a:lstStyle/>
        <a:p>
          <a:endParaRPr lang="en-IN"/>
        </a:p>
      </dgm:t>
    </dgm:pt>
    <dgm:pt modelId="{2E96C98C-A0B2-400A-862E-307912644BCD}" type="sibTrans" cxnId="{7E45C240-47DF-43C1-9A39-7E0D7DE58D07}">
      <dgm:prSet/>
      <dgm:spPr/>
      <dgm:t>
        <a:bodyPr/>
        <a:lstStyle/>
        <a:p>
          <a:endParaRPr lang="en-IN"/>
        </a:p>
      </dgm:t>
    </dgm:pt>
    <dgm:pt modelId="{3C0F1130-E786-49DD-9D60-81E99FD08010}">
      <dgm:prSet/>
      <dgm:spPr/>
      <dgm:t>
        <a:bodyPr/>
        <a:lstStyle/>
        <a:p>
          <a:r>
            <a:rPr lang="en-IN" dirty="0">
              <a:solidFill>
                <a:schemeClr val="bg1"/>
              </a:solidFill>
            </a:rPr>
            <a:t>Kanika Sharma</a:t>
          </a:r>
        </a:p>
      </dgm:t>
    </dgm:pt>
    <dgm:pt modelId="{521D5BD0-6807-4050-B119-A4F8EC4C22D2}" type="parTrans" cxnId="{A15CEF27-CF1B-424F-BE1C-07C1ADDE2C1B}">
      <dgm:prSet/>
      <dgm:spPr/>
      <dgm:t>
        <a:bodyPr/>
        <a:lstStyle/>
        <a:p>
          <a:endParaRPr lang="en-IN"/>
        </a:p>
      </dgm:t>
    </dgm:pt>
    <dgm:pt modelId="{0795E150-D51D-431C-9951-26562B6F38CA}" type="sibTrans" cxnId="{A15CEF27-CF1B-424F-BE1C-07C1ADDE2C1B}">
      <dgm:prSet/>
      <dgm:spPr/>
      <dgm:t>
        <a:bodyPr/>
        <a:lstStyle/>
        <a:p>
          <a:endParaRPr lang="en-IN"/>
        </a:p>
      </dgm:t>
    </dgm:pt>
    <dgm:pt modelId="{5BD6FF80-F60A-436D-AD50-7A260A2C6AC7}">
      <dgm:prSet/>
      <dgm:spPr/>
      <dgm:t>
        <a:bodyPr/>
        <a:lstStyle/>
        <a:p>
          <a:r>
            <a:rPr lang="en-IN" dirty="0">
              <a:solidFill>
                <a:schemeClr val="bg1"/>
              </a:solidFill>
            </a:rPr>
            <a:t>E Jyothi</a:t>
          </a:r>
        </a:p>
      </dgm:t>
    </dgm:pt>
    <dgm:pt modelId="{3BE194AD-1502-4EA4-A01E-9F26BF964C8E}" type="parTrans" cxnId="{7AEE29B4-0EA9-41D2-9325-EEAF2A842636}">
      <dgm:prSet/>
      <dgm:spPr/>
      <dgm:t>
        <a:bodyPr/>
        <a:lstStyle/>
        <a:p>
          <a:endParaRPr lang="en-IN"/>
        </a:p>
      </dgm:t>
    </dgm:pt>
    <dgm:pt modelId="{B4EDD4E6-8108-4FC4-83ED-795B723B6904}" type="sibTrans" cxnId="{7AEE29B4-0EA9-41D2-9325-EEAF2A842636}">
      <dgm:prSet/>
      <dgm:spPr/>
      <dgm:t>
        <a:bodyPr/>
        <a:lstStyle/>
        <a:p>
          <a:endParaRPr lang="en-IN"/>
        </a:p>
      </dgm:t>
    </dgm:pt>
    <dgm:pt modelId="{D237AC8C-0AFC-42C1-A920-02330C02754B}" type="pres">
      <dgm:prSet presAssocID="{D8158AB2-237A-417D-9564-FB6DFFEF2D7A}" presName="linearFlow" presStyleCnt="0">
        <dgm:presLayoutVars>
          <dgm:dir/>
          <dgm:resizeHandles val="exact"/>
        </dgm:presLayoutVars>
      </dgm:prSet>
      <dgm:spPr/>
    </dgm:pt>
    <dgm:pt modelId="{5F8D98D8-1C56-4647-8EA7-7C3FBCA8577D}" type="pres">
      <dgm:prSet presAssocID="{A10B4410-94A9-4C5E-93C5-A634E937967D}" presName="composite" presStyleCnt="0"/>
      <dgm:spPr/>
    </dgm:pt>
    <dgm:pt modelId="{0A00FAEB-F949-441A-B847-6D608D438713}" type="pres">
      <dgm:prSet presAssocID="{A10B4410-94A9-4C5E-93C5-A634E937967D}" presName="imgShp" presStyleLbl="fgImgPlace1" presStyleIdx="0" presStyleCnt="5" custLinFactNeighborX="-864" custLinFactNeighborY="-4204"/>
      <dgm:spPr>
        <a:solidFill>
          <a:schemeClr val="tx1"/>
        </a:solidFill>
      </dgm:spPr>
    </dgm:pt>
    <dgm:pt modelId="{E422E489-5106-4F9B-A9E8-80C95ABC6DB4}" type="pres">
      <dgm:prSet presAssocID="{A10B4410-94A9-4C5E-93C5-A634E937967D}" presName="txShp" presStyleLbl="node1" presStyleIdx="0" presStyleCnt="5">
        <dgm:presLayoutVars>
          <dgm:bulletEnabled val="1"/>
        </dgm:presLayoutVars>
      </dgm:prSet>
      <dgm:spPr/>
    </dgm:pt>
    <dgm:pt modelId="{1C04CA02-CC71-4916-A335-66625B4D9590}" type="pres">
      <dgm:prSet presAssocID="{CD33D950-D8CD-46E6-A42F-0495C00155C1}" presName="spacing" presStyleCnt="0"/>
      <dgm:spPr/>
    </dgm:pt>
    <dgm:pt modelId="{57F0B7B8-AFE3-45F8-9D9F-D75D502EABFB}" type="pres">
      <dgm:prSet presAssocID="{A65B99E7-1CC5-4D93-909A-80472F57B44A}" presName="composite" presStyleCnt="0"/>
      <dgm:spPr/>
    </dgm:pt>
    <dgm:pt modelId="{AFD5888E-A626-4396-ABB6-3C283E44DE78}" type="pres">
      <dgm:prSet presAssocID="{A65B99E7-1CC5-4D93-909A-80472F57B44A}" presName="imgShp" presStyleLbl="fgImgPlace1" presStyleIdx="1" presStyleCnt="5"/>
      <dgm:spPr>
        <a:solidFill>
          <a:schemeClr val="tx1"/>
        </a:solidFill>
      </dgm:spPr>
    </dgm:pt>
    <dgm:pt modelId="{C420DFD8-A10C-4523-83EF-C5CB31E46710}" type="pres">
      <dgm:prSet presAssocID="{A65B99E7-1CC5-4D93-909A-80472F57B44A}" presName="txShp" presStyleLbl="node1" presStyleIdx="1" presStyleCnt="5">
        <dgm:presLayoutVars>
          <dgm:bulletEnabled val="1"/>
        </dgm:presLayoutVars>
      </dgm:prSet>
      <dgm:spPr/>
    </dgm:pt>
    <dgm:pt modelId="{9A41D831-453C-452C-94C7-630CCE8CF69D}" type="pres">
      <dgm:prSet presAssocID="{38BAD87F-DFF8-4B59-9936-0CCDCCACD7CB}" presName="spacing" presStyleCnt="0"/>
      <dgm:spPr/>
    </dgm:pt>
    <dgm:pt modelId="{9B09BB05-CED6-4D6E-9993-967F86FDC6FB}" type="pres">
      <dgm:prSet presAssocID="{3DADABC8-7476-47AC-AD2D-9A715C617FA4}" presName="composite" presStyleCnt="0"/>
      <dgm:spPr/>
    </dgm:pt>
    <dgm:pt modelId="{54AB1939-D6EF-4800-A166-F865690D8734}" type="pres">
      <dgm:prSet presAssocID="{3DADABC8-7476-47AC-AD2D-9A715C617FA4}" presName="imgShp" presStyleLbl="fgImgPlace1" presStyleIdx="2" presStyleCnt="5"/>
      <dgm:spPr>
        <a:solidFill>
          <a:schemeClr val="tx1"/>
        </a:solidFill>
      </dgm:spPr>
    </dgm:pt>
    <dgm:pt modelId="{AB3DF2C2-E622-449A-A41E-517E5A41A68C}" type="pres">
      <dgm:prSet presAssocID="{3DADABC8-7476-47AC-AD2D-9A715C617FA4}" presName="txShp" presStyleLbl="node1" presStyleIdx="2" presStyleCnt="5">
        <dgm:presLayoutVars>
          <dgm:bulletEnabled val="1"/>
        </dgm:presLayoutVars>
      </dgm:prSet>
      <dgm:spPr/>
    </dgm:pt>
    <dgm:pt modelId="{1B8BC120-60ED-452B-8569-E9DE025041EA}" type="pres">
      <dgm:prSet presAssocID="{2E96C98C-A0B2-400A-862E-307912644BCD}" presName="spacing" presStyleCnt="0"/>
      <dgm:spPr/>
    </dgm:pt>
    <dgm:pt modelId="{60C4FD56-0F1A-4BDA-A873-48FD0CCF262A}" type="pres">
      <dgm:prSet presAssocID="{3C0F1130-E786-49DD-9D60-81E99FD08010}" presName="composite" presStyleCnt="0"/>
      <dgm:spPr/>
    </dgm:pt>
    <dgm:pt modelId="{2E9A8D3B-A495-4553-90A6-4D29F86E9D1E}" type="pres">
      <dgm:prSet presAssocID="{3C0F1130-E786-49DD-9D60-81E99FD08010}" presName="imgShp" presStyleLbl="fgImgPlace1" presStyleIdx="3" presStyleCnt="5"/>
      <dgm:spPr>
        <a:solidFill>
          <a:schemeClr val="tx1"/>
        </a:solidFill>
      </dgm:spPr>
    </dgm:pt>
    <dgm:pt modelId="{6462A0B4-5D5B-4973-8203-DCEF5F3F035B}" type="pres">
      <dgm:prSet presAssocID="{3C0F1130-E786-49DD-9D60-81E99FD08010}" presName="txShp" presStyleLbl="node1" presStyleIdx="3" presStyleCnt="5">
        <dgm:presLayoutVars>
          <dgm:bulletEnabled val="1"/>
        </dgm:presLayoutVars>
      </dgm:prSet>
      <dgm:spPr/>
    </dgm:pt>
    <dgm:pt modelId="{E20EF4DF-B63B-4213-A0FF-D6D96CCB0FF4}" type="pres">
      <dgm:prSet presAssocID="{0795E150-D51D-431C-9951-26562B6F38CA}" presName="spacing" presStyleCnt="0"/>
      <dgm:spPr/>
    </dgm:pt>
    <dgm:pt modelId="{4903E618-19C1-4AF8-822E-3C1B08E47440}" type="pres">
      <dgm:prSet presAssocID="{5BD6FF80-F60A-436D-AD50-7A260A2C6AC7}" presName="composite" presStyleCnt="0"/>
      <dgm:spPr/>
    </dgm:pt>
    <dgm:pt modelId="{4300260D-3F37-40FE-99CD-0A174CA0451F}" type="pres">
      <dgm:prSet presAssocID="{5BD6FF80-F60A-436D-AD50-7A260A2C6AC7}" presName="imgShp" presStyleLbl="fgImgPlace1" presStyleIdx="4" presStyleCnt="5"/>
      <dgm:spPr>
        <a:solidFill>
          <a:schemeClr val="tx1"/>
        </a:solidFill>
      </dgm:spPr>
    </dgm:pt>
    <dgm:pt modelId="{53152362-D6B3-45B8-A713-1AB4D010FAEE}" type="pres">
      <dgm:prSet presAssocID="{5BD6FF80-F60A-436D-AD50-7A260A2C6AC7}" presName="txShp" presStyleLbl="node1" presStyleIdx="4" presStyleCnt="5">
        <dgm:presLayoutVars>
          <dgm:bulletEnabled val="1"/>
        </dgm:presLayoutVars>
      </dgm:prSet>
      <dgm:spPr/>
    </dgm:pt>
  </dgm:ptLst>
  <dgm:cxnLst>
    <dgm:cxn modelId="{A40CDB17-5B77-44DF-B67D-302072BF8203}" type="presOf" srcId="{A10B4410-94A9-4C5E-93C5-A634E937967D}" destId="{E422E489-5106-4F9B-A9E8-80C95ABC6DB4}" srcOrd="0" destOrd="0" presId="urn:microsoft.com/office/officeart/2005/8/layout/vList3"/>
    <dgm:cxn modelId="{D2791527-708C-4B25-929E-AB278E0C3097}" type="presOf" srcId="{3DADABC8-7476-47AC-AD2D-9A715C617FA4}" destId="{AB3DF2C2-E622-449A-A41E-517E5A41A68C}" srcOrd="0" destOrd="0" presId="urn:microsoft.com/office/officeart/2005/8/layout/vList3"/>
    <dgm:cxn modelId="{A15CEF27-CF1B-424F-BE1C-07C1ADDE2C1B}" srcId="{D8158AB2-237A-417D-9564-FB6DFFEF2D7A}" destId="{3C0F1130-E786-49DD-9D60-81E99FD08010}" srcOrd="3" destOrd="0" parTransId="{521D5BD0-6807-4050-B119-A4F8EC4C22D2}" sibTransId="{0795E150-D51D-431C-9951-26562B6F38CA}"/>
    <dgm:cxn modelId="{10DE1E2F-5CE4-4ADC-91F9-6C56A2614D80}" type="presOf" srcId="{5BD6FF80-F60A-436D-AD50-7A260A2C6AC7}" destId="{53152362-D6B3-45B8-A713-1AB4D010FAEE}" srcOrd="0" destOrd="0" presId="urn:microsoft.com/office/officeart/2005/8/layout/vList3"/>
    <dgm:cxn modelId="{7E45C240-47DF-43C1-9A39-7E0D7DE58D07}" srcId="{D8158AB2-237A-417D-9564-FB6DFFEF2D7A}" destId="{3DADABC8-7476-47AC-AD2D-9A715C617FA4}" srcOrd="2" destOrd="0" parTransId="{2F23CBA9-8712-4B50-916F-061CF6A9C2C8}" sibTransId="{2E96C98C-A0B2-400A-862E-307912644BCD}"/>
    <dgm:cxn modelId="{FFCBA746-157A-4A13-A4DB-12FE676238F4}" srcId="{D8158AB2-237A-417D-9564-FB6DFFEF2D7A}" destId="{A65B99E7-1CC5-4D93-909A-80472F57B44A}" srcOrd="1" destOrd="0" parTransId="{3225DFA9-E958-4490-A837-97BCD1B767F0}" sibTransId="{38BAD87F-DFF8-4B59-9936-0CCDCCACD7CB}"/>
    <dgm:cxn modelId="{5291714F-9B92-4EB1-95DF-A15193DA523D}" type="presOf" srcId="{3C0F1130-E786-49DD-9D60-81E99FD08010}" destId="{6462A0B4-5D5B-4973-8203-DCEF5F3F035B}" srcOrd="0" destOrd="0" presId="urn:microsoft.com/office/officeart/2005/8/layout/vList3"/>
    <dgm:cxn modelId="{60CBBA70-ED92-4F3D-BBFE-3684F2AD81C3}" srcId="{D8158AB2-237A-417D-9564-FB6DFFEF2D7A}" destId="{A10B4410-94A9-4C5E-93C5-A634E937967D}" srcOrd="0" destOrd="0" parTransId="{C4707BF2-5D61-41E6-BF7F-D55279DECA78}" sibTransId="{CD33D950-D8CD-46E6-A42F-0495C00155C1}"/>
    <dgm:cxn modelId="{23B1FB93-CE36-49C7-8842-0739A9BDA591}" type="presOf" srcId="{A65B99E7-1CC5-4D93-909A-80472F57B44A}" destId="{C420DFD8-A10C-4523-83EF-C5CB31E46710}" srcOrd="0" destOrd="0" presId="urn:microsoft.com/office/officeart/2005/8/layout/vList3"/>
    <dgm:cxn modelId="{7AEE29B4-0EA9-41D2-9325-EEAF2A842636}" srcId="{D8158AB2-237A-417D-9564-FB6DFFEF2D7A}" destId="{5BD6FF80-F60A-436D-AD50-7A260A2C6AC7}" srcOrd="4" destOrd="0" parTransId="{3BE194AD-1502-4EA4-A01E-9F26BF964C8E}" sibTransId="{B4EDD4E6-8108-4FC4-83ED-795B723B6904}"/>
    <dgm:cxn modelId="{336241D2-9E02-49DF-990B-7A92D2E27B79}" type="presOf" srcId="{D8158AB2-237A-417D-9564-FB6DFFEF2D7A}" destId="{D237AC8C-0AFC-42C1-A920-02330C02754B}" srcOrd="0" destOrd="0" presId="urn:microsoft.com/office/officeart/2005/8/layout/vList3"/>
    <dgm:cxn modelId="{375ADE3C-A65A-4674-8969-3BEC721E15AE}" type="presParOf" srcId="{D237AC8C-0AFC-42C1-A920-02330C02754B}" destId="{5F8D98D8-1C56-4647-8EA7-7C3FBCA8577D}" srcOrd="0" destOrd="0" presId="urn:microsoft.com/office/officeart/2005/8/layout/vList3"/>
    <dgm:cxn modelId="{7A31063B-2FCF-446F-995B-AAE90682FCB3}" type="presParOf" srcId="{5F8D98D8-1C56-4647-8EA7-7C3FBCA8577D}" destId="{0A00FAEB-F949-441A-B847-6D608D438713}" srcOrd="0" destOrd="0" presId="urn:microsoft.com/office/officeart/2005/8/layout/vList3"/>
    <dgm:cxn modelId="{232A2A91-0CF6-42C0-82B8-16DD2BAA04E3}" type="presParOf" srcId="{5F8D98D8-1C56-4647-8EA7-7C3FBCA8577D}" destId="{E422E489-5106-4F9B-A9E8-80C95ABC6DB4}" srcOrd="1" destOrd="0" presId="urn:microsoft.com/office/officeart/2005/8/layout/vList3"/>
    <dgm:cxn modelId="{3C2DDBB3-216A-4E26-8708-7950E572456F}" type="presParOf" srcId="{D237AC8C-0AFC-42C1-A920-02330C02754B}" destId="{1C04CA02-CC71-4916-A335-66625B4D9590}" srcOrd="1" destOrd="0" presId="urn:microsoft.com/office/officeart/2005/8/layout/vList3"/>
    <dgm:cxn modelId="{2EE6CBB3-048E-4616-991C-DA4CE89D570F}" type="presParOf" srcId="{D237AC8C-0AFC-42C1-A920-02330C02754B}" destId="{57F0B7B8-AFE3-45F8-9D9F-D75D502EABFB}" srcOrd="2" destOrd="0" presId="urn:microsoft.com/office/officeart/2005/8/layout/vList3"/>
    <dgm:cxn modelId="{5A9F1786-E88D-4CED-B30D-FD3B8F8A8CDC}" type="presParOf" srcId="{57F0B7B8-AFE3-45F8-9D9F-D75D502EABFB}" destId="{AFD5888E-A626-4396-ABB6-3C283E44DE78}" srcOrd="0" destOrd="0" presId="urn:microsoft.com/office/officeart/2005/8/layout/vList3"/>
    <dgm:cxn modelId="{66056875-F580-4C1B-879F-D12F54B94A43}" type="presParOf" srcId="{57F0B7B8-AFE3-45F8-9D9F-D75D502EABFB}" destId="{C420DFD8-A10C-4523-83EF-C5CB31E46710}" srcOrd="1" destOrd="0" presId="urn:microsoft.com/office/officeart/2005/8/layout/vList3"/>
    <dgm:cxn modelId="{9DDCB352-1D9B-4577-800C-58C2DAE2B829}" type="presParOf" srcId="{D237AC8C-0AFC-42C1-A920-02330C02754B}" destId="{9A41D831-453C-452C-94C7-630CCE8CF69D}" srcOrd="3" destOrd="0" presId="urn:microsoft.com/office/officeart/2005/8/layout/vList3"/>
    <dgm:cxn modelId="{C1F54923-ACAF-4AB9-A660-FB4B488EB60C}" type="presParOf" srcId="{D237AC8C-0AFC-42C1-A920-02330C02754B}" destId="{9B09BB05-CED6-4D6E-9993-967F86FDC6FB}" srcOrd="4" destOrd="0" presId="urn:microsoft.com/office/officeart/2005/8/layout/vList3"/>
    <dgm:cxn modelId="{FA4ACDF0-5E83-4C11-B1AE-9DE2B0D0E700}" type="presParOf" srcId="{9B09BB05-CED6-4D6E-9993-967F86FDC6FB}" destId="{54AB1939-D6EF-4800-A166-F865690D8734}" srcOrd="0" destOrd="0" presId="urn:microsoft.com/office/officeart/2005/8/layout/vList3"/>
    <dgm:cxn modelId="{0C5D83F8-EFA3-4B79-A529-33D11671B8D4}" type="presParOf" srcId="{9B09BB05-CED6-4D6E-9993-967F86FDC6FB}" destId="{AB3DF2C2-E622-449A-A41E-517E5A41A68C}" srcOrd="1" destOrd="0" presId="urn:microsoft.com/office/officeart/2005/8/layout/vList3"/>
    <dgm:cxn modelId="{E6AF7FEB-3BA8-490D-BB22-5CB6D2909316}" type="presParOf" srcId="{D237AC8C-0AFC-42C1-A920-02330C02754B}" destId="{1B8BC120-60ED-452B-8569-E9DE025041EA}" srcOrd="5" destOrd="0" presId="urn:microsoft.com/office/officeart/2005/8/layout/vList3"/>
    <dgm:cxn modelId="{548E6EBC-9787-4C8A-A678-39CC1399515B}" type="presParOf" srcId="{D237AC8C-0AFC-42C1-A920-02330C02754B}" destId="{60C4FD56-0F1A-4BDA-A873-48FD0CCF262A}" srcOrd="6" destOrd="0" presId="urn:microsoft.com/office/officeart/2005/8/layout/vList3"/>
    <dgm:cxn modelId="{6CDC6FAC-BA45-466D-9913-4DCE2DFEE31D}" type="presParOf" srcId="{60C4FD56-0F1A-4BDA-A873-48FD0CCF262A}" destId="{2E9A8D3B-A495-4553-90A6-4D29F86E9D1E}" srcOrd="0" destOrd="0" presId="urn:microsoft.com/office/officeart/2005/8/layout/vList3"/>
    <dgm:cxn modelId="{14585815-C35C-40AC-B802-10236C635F11}" type="presParOf" srcId="{60C4FD56-0F1A-4BDA-A873-48FD0CCF262A}" destId="{6462A0B4-5D5B-4973-8203-DCEF5F3F035B}" srcOrd="1" destOrd="0" presId="urn:microsoft.com/office/officeart/2005/8/layout/vList3"/>
    <dgm:cxn modelId="{DB11BEFA-0C27-4B4D-872C-AB7F8251DE9A}" type="presParOf" srcId="{D237AC8C-0AFC-42C1-A920-02330C02754B}" destId="{E20EF4DF-B63B-4213-A0FF-D6D96CCB0FF4}" srcOrd="7" destOrd="0" presId="urn:microsoft.com/office/officeart/2005/8/layout/vList3"/>
    <dgm:cxn modelId="{9D945054-F823-4678-A3C5-2E45A660B0AA}" type="presParOf" srcId="{D237AC8C-0AFC-42C1-A920-02330C02754B}" destId="{4903E618-19C1-4AF8-822E-3C1B08E47440}" srcOrd="8" destOrd="0" presId="urn:microsoft.com/office/officeart/2005/8/layout/vList3"/>
    <dgm:cxn modelId="{46B9A8C4-AA8B-4C28-A18D-B60FB9E30BC3}" type="presParOf" srcId="{4903E618-19C1-4AF8-822E-3C1B08E47440}" destId="{4300260D-3F37-40FE-99CD-0A174CA0451F}" srcOrd="0" destOrd="0" presId="urn:microsoft.com/office/officeart/2005/8/layout/vList3"/>
    <dgm:cxn modelId="{4E7137C7-12D9-49B9-9F28-D3A2E4FD2657}" type="presParOf" srcId="{4903E618-19C1-4AF8-822E-3C1B08E47440}" destId="{53152362-D6B3-45B8-A713-1AB4D010FAEE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16DEDDB-3218-428D-9112-B911E4776CFB}" type="doc">
      <dgm:prSet loTypeId="urn:microsoft.com/office/officeart/2005/8/layout/pList2" loCatId="list" qsTypeId="urn:microsoft.com/office/officeart/2005/8/quickstyle/simple1" qsCatId="simple" csTypeId="urn:microsoft.com/office/officeart/2005/8/colors/accent1_5" csCatId="accent1"/>
      <dgm:spPr/>
      <dgm:t>
        <a:bodyPr/>
        <a:lstStyle/>
        <a:p>
          <a:endParaRPr lang="en-IN"/>
        </a:p>
      </dgm:t>
    </dgm:pt>
    <dgm:pt modelId="{93C85AFD-8C25-445F-A592-F49BECE0ECDF}">
      <dgm:prSet custT="1"/>
      <dgm:spPr/>
      <dgm:t>
        <a:bodyPr/>
        <a:lstStyle/>
        <a:p>
          <a:r>
            <a:rPr lang="en-US" sz="2000" b="1" i="0" baseline="0" dirty="0">
              <a:solidFill>
                <a:schemeClr val="bg1"/>
              </a:solidFill>
            </a:rPr>
            <a:t>Analyzed sales data using Excel, SQL, Tableau, and Power BI. </a:t>
          </a:r>
          <a:endParaRPr lang="en-IN" sz="2000" b="1" dirty="0">
            <a:solidFill>
              <a:schemeClr val="bg1"/>
            </a:solidFill>
          </a:endParaRPr>
        </a:p>
      </dgm:t>
    </dgm:pt>
    <dgm:pt modelId="{6D54CD1C-82EA-4794-8438-BA6A5C8AE4F3}" type="parTrans" cxnId="{CDBD3ABB-9E55-40B6-B759-5AC35194F5E4}">
      <dgm:prSet/>
      <dgm:spPr/>
      <dgm:t>
        <a:bodyPr/>
        <a:lstStyle/>
        <a:p>
          <a:endParaRPr lang="en-IN"/>
        </a:p>
      </dgm:t>
    </dgm:pt>
    <dgm:pt modelId="{388542F6-4584-4897-9480-A7EC9A28A2BC}" type="sibTrans" cxnId="{CDBD3ABB-9E55-40B6-B759-5AC35194F5E4}">
      <dgm:prSet/>
      <dgm:spPr/>
      <dgm:t>
        <a:bodyPr/>
        <a:lstStyle/>
        <a:p>
          <a:endParaRPr lang="en-IN"/>
        </a:p>
      </dgm:t>
    </dgm:pt>
    <dgm:pt modelId="{E5B0C15B-E137-4A50-B28F-A0E459E90942}">
      <dgm:prSet custT="1"/>
      <dgm:spPr/>
      <dgm:t>
        <a:bodyPr spcFirstLastPara="0" vert="horz" wrap="square" lIns="142240" tIns="142240" rIns="142240" bIns="142240" numCol="1" spcCol="1270" anchor="t" anchorCtr="0"/>
        <a:lstStyle/>
        <a:p>
          <a:r>
            <a:rPr lang="en-US" sz="2000" b="1" i="0" kern="1200" baseline="0" dirty="0">
              <a:solidFill>
                <a:schemeClr val="bg1"/>
              </a:solidFill>
            </a:rPr>
            <a:t>Cleaned and transformed the data to ensure accuracy and </a:t>
          </a:r>
          <a:r>
            <a:rPr lang="en-US" sz="2000" b="1" i="0" kern="1200" baseline="0" dirty="0">
              <a:solidFill>
                <a:schemeClr val="bg1"/>
              </a:solidFill>
              <a:latin typeface="Trebuchet MS" panose="020B0603020202020204"/>
              <a:ea typeface="+mn-ea"/>
              <a:cs typeface="+mn-cs"/>
            </a:rPr>
            <a:t>consistency</a:t>
          </a:r>
          <a:r>
            <a:rPr lang="en-US" sz="2000" b="1" i="0" kern="1200" baseline="0" dirty="0">
              <a:solidFill>
                <a:schemeClr val="bg1"/>
              </a:solidFill>
            </a:rPr>
            <a:t>. </a:t>
          </a:r>
          <a:endParaRPr lang="en-IN" sz="2000" b="1" kern="1200" dirty="0">
            <a:solidFill>
              <a:schemeClr val="bg1"/>
            </a:solidFill>
          </a:endParaRPr>
        </a:p>
      </dgm:t>
    </dgm:pt>
    <dgm:pt modelId="{9FF497A8-6D12-4F33-AF31-DA3DBAED0ACE}" type="parTrans" cxnId="{87002658-BD08-4E98-8468-DD7DEAE3E9C1}">
      <dgm:prSet/>
      <dgm:spPr/>
      <dgm:t>
        <a:bodyPr/>
        <a:lstStyle/>
        <a:p>
          <a:endParaRPr lang="en-IN"/>
        </a:p>
      </dgm:t>
    </dgm:pt>
    <dgm:pt modelId="{4EF5BFC8-6A19-4804-9B4B-3409A71E0524}" type="sibTrans" cxnId="{87002658-BD08-4E98-8468-DD7DEAE3E9C1}">
      <dgm:prSet/>
      <dgm:spPr/>
      <dgm:t>
        <a:bodyPr/>
        <a:lstStyle/>
        <a:p>
          <a:endParaRPr lang="en-IN"/>
        </a:p>
      </dgm:t>
    </dgm:pt>
    <dgm:pt modelId="{B55D5E82-E858-4492-8E08-2BC7D8BECF08}">
      <dgm:prSet custT="1"/>
      <dgm:spPr/>
      <dgm:t>
        <a:bodyPr/>
        <a:lstStyle/>
        <a:p>
          <a:r>
            <a:rPr lang="en-US" sz="2000" b="1" i="0" baseline="0" dirty="0">
              <a:solidFill>
                <a:schemeClr val="bg1"/>
              </a:solidFill>
            </a:rPr>
            <a:t>Created KPIs, charts, and interactive dashboards for data visualization.</a:t>
          </a:r>
          <a:r>
            <a:rPr lang="en-US" sz="2000" b="1" i="0" baseline="0" dirty="0"/>
            <a:t> </a:t>
          </a:r>
          <a:endParaRPr lang="en-IN" sz="2000" b="1" dirty="0"/>
        </a:p>
      </dgm:t>
    </dgm:pt>
    <dgm:pt modelId="{07BB69E3-A1BB-4550-A12C-44CE41CA4058}" type="parTrans" cxnId="{00BF5ACF-022F-4EB1-B6D3-580D6418CE77}">
      <dgm:prSet/>
      <dgm:spPr/>
      <dgm:t>
        <a:bodyPr/>
        <a:lstStyle/>
        <a:p>
          <a:endParaRPr lang="en-IN"/>
        </a:p>
      </dgm:t>
    </dgm:pt>
    <dgm:pt modelId="{FD8595A7-8965-4A4D-B662-006D99E716D5}" type="sibTrans" cxnId="{00BF5ACF-022F-4EB1-B6D3-580D6418CE77}">
      <dgm:prSet/>
      <dgm:spPr/>
      <dgm:t>
        <a:bodyPr/>
        <a:lstStyle/>
        <a:p>
          <a:endParaRPr lang="en-IN"/>
        </a:p>
      </dgm:t>
    </dgm:pt>
    <dgm:pt modelId="{32F8B847-07C2-45BB-A7DB-E8376BF7DA3C}">
      <dgm:prSet custT="1"/>
      <dgm:spPr/>
      <dgm:t>
        <a:bodyPr/>
        <a:lstStyle/>
        <a:p>
          <a:r>
            <a:rPr lang="en-US" sz="1800" b="1" i="0" baseline="0" dirty="0">
              <a:solidFill>
                <a:schemeClr val="bg1"/>
              </a:solidFill>
            </a:rPr>
            <a:t>Generated meaningful business insights to support data-driven decision-making. </a:t>
          </a:r>
          <a:endParaRPr lang="en-IN" sz="1800" b="1" dirty="0">
            <a:solidFill>
              <a:schemeClr val="bg1"/>
            </a:solidFill>
          </a:endParaRPr>
        </a:p>
      </dgm:t>
    </dgm:pt>
    <dgm:pt modelId="{A4B668CD-DA49-4D88-9D1D-22D58BFD2DA8}" type="parTrans" cxnId="{C02D67BA-3141-46AA-8C9A-48783AA0AF85}">
      <dgm:prSet/>
      <dgm:spPr/>
      <dgm:t>
        <a:bodyPr/>
        <a:lstStyle/>
        <a:p>
          <a:endParaRPr lang="en-IN"/>
        </a:p>
      </dgm:t>
    </dgm:pt>
    <dgm:pt modelId="{45566E3B-E02E-4953-A340-6DAC7D8FA438}" type="sibTrans" cxnId="{C02D67BA-3141-46AA-8C9A-48783AA0AF85}">
      <dgm:prSet/>
      <dgm:spPr/>
      <dgm:t>
        <a:bodyPr/>
        <a:lstStyle/>
        <a:p>
          <a:endParaRPr lang="en-IN"/>
        </a:p>
      </dgm:t>
    </dgm:pt>
    <dgm:pt modelId="{5C3DBD33-F1AE-4CF9-B832-4F926CB3F694}" type="pres">
      <dgm:prSet presAssocID="{516DEDDB-3218-428D-9112-B911E4776CFB}" presName="Name0" presStyleCnt="0">
        <dgm:presLayoutVars>
          <dgm:dir/>
          <dgm:resizeHandles val="exact"/>
        </dgm:presLayoutVars>
      </dgm:prSet>
      <dgm:spPr/>
    </dgm:pt>
    <dgm:pt modelId="{569828FA-F5DF-4EEC-9CCA-1C2C5B5577FC}" type="pres">
      <dgm:prSet presAssocID="{516DEDDB-3218-428D-9112-B911E4776CFB}" presName="bkgdShp" presStyleLbl="alignAccFollowNode1" presStyleIdx="0" presStyleCnt="1"/>
      <dgm:spPr>
        <a:solidFill>
          <a:schemeClr val="bg2">
            <a:alpha val="90000"/>
          </a:schemeClr>
        </a:solidFill>
      </dgm:spPr>
    </dgm:pt>
    <dgm:pt modelId="{423F8EC9-F333-416D-B8F7-EEBBB7E5C1D4}" type="pres">
      <dgm:prSet presAssocID="{516DEDDB-3218-428D-9112-B911E4776CFB}" presName="linComp" presStyleCnt="0"/>
      <dgm:spPr/>
    </dgm:pt>
    <dgm:pt modelId="{53D1D9DD-672D-4F00-A420-D2C01C8CB0DE}" type="pres">
      <dgm:prSet presAssocID="{93C85AFD-8C25-445F-A592-F49BECE0ECDF}" presName="compNode" presStyleCnt="0"/>
      <dgm:spPr/>
    </dgm:pt>
    <dgm:pt modelId="{424C2C6D-6AE3-48FE-B67B-111AC18ED3ED}" type="pres">
      <dgm:prSet presAssocID="{93C85AFD-8C25-445F-A592-F49BECE0ECDF}" presName="node" presStyleLbl="node1" presStyleIdx="0" presStyleCnt="4">
        <dgm:presLayoutVars>
          <dgm:bulletEnabled val="1"/>
        </dgm:presLayoutVars>
      </dgm:prSet>
      <dgm:spPr/>
    </dgm:pt>
    <dgm:pt modelId="{6AEEE66D-C372-40EB-9A52-94E069851CD2}" type="pres">
      <dgm:prSet presAssocID="{93C85AFD-8C25-445F-A592-F49BECE0ECDF}" presName="invisiNode" presStyleLbl="node1" presStyleIdx="0" presStyleCnt="4"/>
      <dgm:spPr/>
    </dgm:pt>
    <dgm:pt modelId="{27D49DB2-26D2-436A-8ED2-98BEAECAFF96}" type="pres">
      <dgm:prSet presAssocID="{93C85AFD-8C25-445F-A592-F49BECE0ECDF}" presName="imagNode" presStyleLbl="fgImgPlace1" presStyleIdx="0" presStyleCnt="4"/>
      <dgm:spPr/>
    </dgm:pt>
    <dgm:pt modelId="{E10EBD1B-DC62-4AB3-9F13-FD7376786D18}" type="pres">
      <dgm:prSet presAssocID="{388542F6-4584-4897-9480-A7EC9A28A2BC}" presName="sibTrans" presStyleLbl="sibTrans2D1" presStyleIdx="0" presStyleCnt="0"/>
      <dgm:spPr/>
    </dgm:pt>
    <dgm:pt modelId="{03BAE9C2-4203-41D8-8D01-53AD3F189A19}" type="pres">
      <dgm:prSet presAssocID="{E5B0C15B-E137-4A50-B28F-A0E459E90942}" presName="compNode" presStyleCnt="0"/>
      <dgm:spPr/>
    </dgm:pt>
    <dgm:pt modelId="{A25C6F8E-D9ED-495E-8BC8-B9598F1B515B}" type="pres">
      <dgm:prSet presAssocID="{E5B0C15B-E137-4A50-B28F-A0E459E90942}" presName="node" presStyleLbl="node1" presStyleIdx="1" presStyleCnt="4">
        <dgm:presLayoutVars>
          <dgm:bulletEnabled val="1"/>
        </dgm:presLayoutVars>
      </dgm:prSet>
      <dgm:spPr>
        <a:xfrm rot="10800000">
          <a:off x="2601507" y="1619692"/>
          <a:ext cx="2100403" cy="1979623"/>
        </a:xfrm>
        <a:prstGeom prst="round2SameRect">
          <a:avLst>
            <a:gd name="adj1" fmla="val 10500"/>
            <a:gd name="adj2" fmla="val 0"/>
          </a:avLst>
        </a:prstGeom>
      </dgm:spPr>
    </dgm:pt>
    <dgm:pt modelId="{71CA7003-00B8-4948-98ED-8714A0BA8692}" type="pres">
      <dgm:prSet presAssocID="{E5B0C15B-E137-4A50-B28F-A0E459E90942}" presName="invisiNode" presStyleLbl="node1" presStyleIdx="1" presStyleCnt="4"/>
      <dgm:spPr/>
    </dgm:pt>
    <dgm:pt modelId="{1151A6E7-1045-4092-B804-4942389C0AEB}" type="pres">
      <dgm:prSet presAssocID="{E5B0C15B-E137-4A50-B28F-A0E459E90942}" presName="imagNode" presStyleLbl="fgImgPlace1" presStyleIdx="1" presStyleCnt="4"/>
      <dgm:spPr/>
    </dgm:pt>
    <dgm:pt modelId="{369CD4EC-BACD-458E-B954-0E0E3E667EA0}" type="pres">
      <dgm:prSet presAssocID="{4EF5BFC8-6A19-4804-9B4B-3409A71E0524}" presName="sibTrans" presStyleLbl="sibTrans2D1" presStyleIdx="0" presStyleCnt="0"/>
      <dgm:spPr/>
    </dgm:pt>
    <dgm:pt modelId="{126C380A-8F82-4ECE-ACAE-A5BDA3E3A4A1}" type="pres">
      <dgm:prSet presAssocID="{B55D5E82-E858-4492-8E08-2BC7D8BECF08}" presName="compNode" presStyleCnt="0"/>
      <dgm:spPr/>
    </dgm:pt>
    <dgm:pt modelId="{CD0B9572-529C-4CF6-8DFB-E579838D207B}" type="pres">
      <dgm:prSet presAssocID="{B55D5E82-E858-4492-8E08-2BC7D8BECF08}" presName="node" presStyleLbl="node1" presStyleIdx="2" presStyleCnt="4">
        <dgm:presLayoutVars>
          <dgm:bulletEnabled val="1"/>
        </dgm:presLayoutVars>
      </dgm:prSet>
      <dgm:spPr/>
    </dgm:pt>
    <dgm:pt modelId="{D5DDFBB3-246A-4249-9325-6FA0E0CF7DCC}" type="pres">
      <dgm:prSet presAssocID="{B55D5E82-E858-4492-8E08-2BC7D8BECF08}" presName="invisiNode" presStyleLbl="node1" presStyleIdx="2" presStyleCnt="4"/>
      <dgm:spPr/>
    </dgm:pt>
    <dgm:pt modelId="{C367D2E6-2BAA-49F2-9677-1358B8A5BBAC}" type="pres">
      <dgm:prSet presAssocID="{B55D5E82-E858-4492-8E08-2BC7D8BECF08}" presName="imagNode" presStyleLbl="fgImgPlace1" presStyleIdx="2" presStyleCnt="4"/>
      <dgm:spPr/>
    </dgm:pt>
    <dgm:pt modelId="{94E96844-D736-449E-973B-86F8918B56E1}" type="pres">
      <dgm:prSet presAssocID="{FD8595A7-8965-4A4D-B662-006D99E716D5}" presName="sibTrans" presStyleLbl="sibTrans2D1" presStyleIdx="0" presStyleCnt="0"/>
      <dgm:spPr/>
    </dgm:pt>
    <dgm:pt modelId="{5C22A9BC-459B-427F-9788-E4CE3377B387}" type="pres">
      <dgm:prSet presAssocID="{32F8B847-07C2-45BB-A7DB-E8376BF7DA3C}" presName="compNode" presStyleCnt="0"/>
      <dgm:spPr/>
    </dgm:pt>
    <dgm:pt modelId="{44147CC2-501F-4689-AA81-07F7CD741E84}" type="pres">
      <dgm:prSet presAssocID="{32F8B847-07C2-45BB-A7DB-E8376BF7DA3C}" presName="node" presStyleLbl="node1" presStyleIdx="3" presStyleCnt="4">
        <dgm:presLayoutVars>
          <dgm:bulletEnabled val="1"/>
        </dgm:presLayoutVars>
      </dgm:prSet>
      <dgm:spPr/>
    </dgm:pt>
    <dgm:pt modelId="{5B841D02-C30B-42CA-8031-F1E37A8E2ACB}" type="pres">
      <dgm:prSet presAssocID="{32F8B847-07C2-45BB-A7DB-E8376BF7DA3C}" presName="invisiNode" presStyleLbl="node1" presStyleIdx="3" presStyleCnt="4"/>
      <dgm:spPr/>
    </dgm:pt>
    <dgm:pt modelId="{1CC1E3CA-054B-42E4-9F73-6DEB18E93147}" type="pres">
      <dgm:prSet presAssocID="{32F8B847-07C2-45BB-A7DB-E8376BF7DA3C}" presName="imagNode" presStyleLbl="fgImgPlace1" presStyleIdx="3" presStyleCnt="4"/>
      <dgm:spPr/>
    </dgm:pt>
  </dgm:ptLst>
  <dgm:cxnLst>
    <dgm:cxn modelId="{488AFD14-0206-4280-A6E6-5F00FFB5EA75}" type="presOf" srcId="{388542F6-4584-4897-9480-A7EC9A28A2BC}" destId="{E10EBD1B-DC62-4AB3-9F13-FD7376786D18}" srcOrd="0" destOrd="0" presId="urn:microsoft.com/office/officeart/2005/8/layout/pList2"/>
    <dgm:cxn modelId="{F1D4AA19-F07B-475D-8C3E-88379F6080F9}" type="presOf" srcId="{B55D5E82-E858-4492-8E08-2BC7D8BECF08}" destId="{CD0B9572-529C-4CF6-8DFB-E579838D207B}" srcOrd="0" destOrd="0" presId="urn:microsoft.com/office/officeart/2005/8/layout/pList2"/>
    <dgm:cxn modelId="{A9B90E1D-A3CB-493C-B868-21CA3255629A}" type="presOf" srcId="{93C85AFD-8C25-445F-A592-F49BECE0ECDF}" destId="{424C2C6D-6AE3-48FE-B67B-111AC18ED3ED}" srcOrd="0" destOrd="0" presId="urn:microsoft.com/office/officeart/2005/8/layout/pList2"/>
    <dgm:cxn modelId="{3E903A64-0BE1-4769-B8DB-118F5241498B}" type="presOf" srcId="{4EF5BFC8-6A19-4804-9B4B-3409A71E0524}" destId="{369CD4EC-BACD-458E-B954-0E0E3E667EA0}" srcOrd="0" destOrd="0" presId="urn:microsoft.com/office/officeart/2005/8/layout/pList2"/>
    <dgm:cxn modelId="{80F0C846-06F6-4299-AE8D-47406C0E8C74}" type="presOf" srcId="{E5B0C15B-E137-4A50-B28F-A0E459E90942}" destId="{A25C6F8E-D9ED-495E-8BC8-B9598F1B515B}" srcOrd="0" destOrd="0" presId="urn:microsoft.com/office/officeart/2005/8/layout/pList2"/>
    <dgm:cxn modelId="{ED106B4F-C145-469C-BA58-B0176FBE35AF}" type="presOf" srcId="{FD8595A7-8965-4A4D-B662-006D99E716D5}" destId="{94E96844-D736-449E-973B-86F8918B56E1}" srcOrd="0" destOrd="0" presId="urn:microsoft.com/office/officeart/2005/8/layout/pList2"/>
    <dgm:cxn modelId="{87002658-BD08-4E98-8468-DD7DEAE3E9C1}" srcId="{516DEDDB-3218-428D-9112-B911E4776CFB}" destId="{E5B0C15B-E137-4A50-B28F-A0E459E90942}" srcOrd="1" destOrd="0" parTransId="{9FF497A8-6D12-4F33-AF31-DA3DBAED0ACE}" sibTransId="{4EF5BFC8-6A19-4804-9B4B-3409A71E0524}"/>
    <dgm:cxn modelId="{FC5D0190-E927-458F-A73D-F75D81FDDCC2}" type="presOf" srcId="{516DEDDB-3218-428D-9112-B911E4776CFB}" destId="{5C3DBD33-F1AE-4CF9-B832-4F926CB3F694}" srcOrd="0" destOrd="0" presId="urn:microsoft.com/office/officeart/2005/8/layout/pList2"/>
    <dgm:cxn modelId="{6D11D7A3-C2B7-4A69-ACBC-02CC6C70CC06}" type="presOf" srcId="{32F8B847-07C2-45BB-A7DB-E8376BF7DA3C}" destId="{44147CC2-501F-4689-AA81-07F7CD741E84}" srcOrd="0" destOrd="0" presId="urn:microsoft.com/office/officeart/2005/8/layout/pList2"/>
    <dgm:cxn modelId="{C02D67BA-3141-46AA-8C9A-48783AA0AF85}" srcId="{516DEDDB-3218-428D-9112-B911E4776CFB}" destId="{32F8B847-07C2-45BB-A7DB-E8376BF7DA3C}" srcOrd="3" destOrd="0" parTransId="{A4B668CD-DA49-4D88-9D1D-22D58BFD2DA8}" sibTransId="{45566E3B-E02E-4953-A340-6DAC7D8FA438}"/>
    <dgm:cxn modelId="{CDBD3ABB-9E55-40B6-B759-5AC35194F5E4}" srcId="{516DEDDB-3218-428D-9112-B911E4776CFB}" destId="{93C85AFD-8C25-445F-A592-F49BECE0ECDF}" srcOrd="0" destOrd="0" parTransId="{6D54CD1C-82EA-4794-8438-BA6A5C8AE4F3}" sibTransId="{388542F6-4584-4897-9480-A7EC9A28A2BC}"/>
    <dgm:cxn modelId="{00BF5ACF-022F-4EB1-B6D3-580D6418CE77}" srcId="{516DEDDB-3218-428D-9112-B911E4776CFB}" destId="{B55D5E82-E858-4492-8E08-2BC7D8BECF08}" srcOrd="2" destOrd="0" parTransId="{07BB69E3-A1BB-4550-A12C-44CE41CA4058}" sibTransId="{FD8595A7-8965-4A4D-B662-006D99E716D5}"/>
    <dgm:cxn modelId="{380BE404-1CFC-4A49-A4C2-A41ADE930E81}" type="presParOf" srcId="{5C3DBD33-F1AE-4CF9-B832-4F926CB3F694}" destId="{569828FA-F5DF-4EEC-9CCA-1C2C5B5577FC}" srcOrd="0" destOrd="0" presId="urn:microsoft.com/office/officeart/2005/8/layout/pList2"/>
    <dgm:cxn modelId="{16936156-EC5E-442D-BD33-F56FC00BC4BB}" type="presParOf" srcId="{5C3DBD33-F1AE-4CF9-B832-4F926CB3F694}" destId="{423F8EC9-F333-416D-B8F7-EEBBB7E5C1D4}" srcOrd="1" destOrd="0" presId="urn:microsoft.com/office/officeart/2005/8/layout/pList2"/>
    <dgm:cxn modelId="{6AA1A48C-3F40-407B-AE64-4F9A614955A4}" type="presParOf" srcId="{423F8EC9-F333-416D-B8F7-EEBBB7E5C1D4}" destId="{53D1D9DD-672D-4F00-A420-D2C01C8CB0DE}" srcOrd="0" destOrd="0" presId="urn:microsoft.com/office/officeart/2005/8/layout/pList2"/>
    <dgm:cxn modelId="{C0D33347-2AC8-4B75-940E-258C96A6023E}" type="presParOf" srcId="{53D1D9DD-672D-4F00-A420-D2C01C8CB0DE}" destId="{424C2C6D-6AE3-48FE-B67B-111AC18ED3ED}" srcOrd="0" destOrd="0" presId="urn:microsoft.com/office/officeart/2005/8/layout/pList2"/>
    <dgm:cxn modelId="{AAC0D99B-A7F8-4286-96AE-1F64410BF7F3}" type="presParOf" srcId="{53D1D9DD-672D-4F00-A420-D2C01C8CB0DE}" destId="{6AEEE66D-C372-40EB-9A52-94E069851CD2}" srcOrd="1" destOrd="0" presId="urn:microsoft.com/office/officeart/2005/8/layout/pList2"/>
    <dgm:cxn modelId="{B4282F27-F3F1-479E-81FF-FC2385AE8FC6}" type="presParOf" srcId="{53D1D9DD-672D-4F00-A420-D2C01C8CB0DE}" destId="{27D49DB2-26D2-436A-8ED2-98BEAECAFF96}" srcOrd="2" destOrd="0" presId="urn:microsoft.com/office/officeart/2005/8/layout/pList2"/>
    <dgm:cxn modelId="{9FACFFAF-5252-4504-8EF2-2AED16E305C5}" type="presParOf" srcId="{423F8EC9-F333-416D-B8F7-EEBBB7E5C1D4}" destId="{E10EBD1B-DC62-4AB3-9F13-FD7376786D18}" srcOrd="1" destOrd="0" presId="urn:microsoft.com/office/officeart/2005/8/layout/pList2"/>
    <dgm:cxn modelId="{E50993F4-7ED8-4D2F-9A1C-BC68A34295CF}" type="presParOf" srcId="{423F8EC9-F333-416D-B8F7-EEBBB7E5C1D4}" destId="{03BAE9C2-4203-41D8-8D01-53AD3F189A19}" srcOrd="2" destOrd="0" presId="urn:microsoft.com/office/officeart/2005/8/layout/pList2"/>
    <dgm:cxn modelId="{A0148531-DEFB-4948-AE64-AC9DA373DF7D}" type="presParOf" srcId="{03BAE9C2-4203-41D8-8D01-53AD3F189A19}" destId="{A25C6F8E-D9ED-495E-8BC8-B9598F1B515B}" srcOrd="0" destOrd="0" presId="urn:microsoft.com/office/officeart/2005/8/layout/pList2"/>
    <dgm:cxn modelId="{2392771E-53D6-479C-B4DC-27CD2DDBCF7F}" type="presParOf" srcId="{03BAE9C2-4203-41D8-8D01-53AD3F189A19}" destId="{71CA7003-00B8-4948-98ED-8714A0BA8692}" srcOrd="1" destOrd="0" presId="urn:microsoft.com/office/officeart/2005/8/layout/pList2"/>
    <dgm:cxn modelId="{D75CBAA6-30BC-4290-87DC-066FE56999A8}" type="presParOf" srcId="{03BAE9C2-4203-41D8-8D01-53AD3F189A19}" destId="{1151A6E7-1045-4092-B804-4942389C0AEB}" srcOrd="2" destOrd="0" presId="urn:microsoft.com/office/officeart/2005/8/layout/pList2"/>
    <dgm:cxn modelId="{8543D4CF-CCF8-4850-817E-1D91CEB3A73F}" type="presParOf" srcId="{423F8EC9-F333-416D-B8F7-EEBBB7E5C1D4}" destId="{369CD4EC-BACD-458E-B954-0E0E3E667EA0}" srcOrd="3" destOrd="0" presId="urn:microsoft.com/office/officeart/2005/8/layout/pList2"/>
    <dgm:cxn modelId="{0517C6CE-403F-4938-9BD2-85286ACD98FD}" type="presParOf" srcId="{423F8EC9-F333-416D-B8F7-EEBBB7E5C1D4}" destId="{126C380A-8F82-4ECE-ACAE-A5BDA3E3A4A1}" srcOrd="4" destOrd="0" presId="urn:microsoft.com/office/officeart/2005/8/layout/pList2"/>
    <dgm:cxn modelId="{4358AEE2-BC90-46A4-BD99-6B5F79292842}" type="presParOf" srcId="{126C380A-8F82-4ECE-ACAE-A5BDA3E3A4A1}" destId="{CD0B9572-529C-4CF6-8DFB-E579838D207B}" srcOrd="0" destOrd="0" presId="urn:microsoft.com/office/officeart/2005/8/layout/pList2"/>
    <dgm:cxn modelId="{2AB1D871-E8AC-48E2-8307-44488D10022B}" type="presParOf" srcId="{126C380A-8F82-4ECE-ACAE-A5BDA3E3A4A1}" destId="{D5DDFBB3-246A-4249-9325-6FA0E0CF7DCC}" srcOrd="1" destOrd="0" presId="urn:microsoft.com/office/officeart/2005/8/layout/pList2"/>
    <dgm:cxn modelId="{73B4CB78-94A2-43F3-9E89-F41671B8E455}" type="presParOf" srcId="{126C380A-8F82-4ECE-ACAE-A5BDA3E3A4A1}" destId="{C367D2E6-2BAA-49F2-9677-1358B8A5BBAC}" srcOrd="2" destOrd="0" presId="urn:microsoft.com/office/officeart/2005/8/layout/pList2"/>
    <dgm:cxn modelId="{AFBB29BF-8153-4EA5-969F-8996D6EC72EB}" type="presParOf" srcId="{423F8EC9-F333-416D-B8F7-EEBBB7E5C1D4}" destId="{94E96844-D736-449E-973B-86F8918B56E1}" srcOrd="5" destOrd="0" presId="urn:microsoft.com/office/officeart/2005/8/layout/pList2"/>
    <dgm:cxn modelId="{9B956DAE-8B71-40E7-9310-ADD51BB75256}" type="presParOf" srcId="{423F8EC9-F333-416D-B8F7-EEBBB7E5C1D4}" destId="{5C22A9BC-459B-427F-9788-E4CE3377B387}" srcOrd="6" destOrd="0" presId="urn:microsoft.com/office/officeart/2005/8/layout/pList2"/>
    <dgm:cxn modelId="{10804523-E4D5-4257-8584-8A5C93947AA1}" type="presParOf" srcId="{5C22A9BC-459B-427F-9788-E4CE3377B387}" destId="{44147CC2-501F-4689-AA81-07F7CD741E84}" srcOrd="0" destOrd="0" presId="urn:microsoft.com/office/officeart/2005/8/layout/pList2"/>
    <dgm:cxn modelId="{7AD1422F-0874-4239-A071-CEDFB5B558EF}" type="presParOf" srcId="{5C22A9BC-459B-427F-9788-E4CE3377B387}" destId="{5B841D02-C30B-42CA-8031-F1E37A8E2ACB}" srcOrd="1" destOrd="0" presId="urn:microsoft.com/office/officeart/2005/8/layout/pList2"/>
    <dgm:cxn modelId="{6C1B80C1-9C94-4B78-BF31-E15844165204}" type="presParOf" srcId="{5C22A9BC-459B-427F-9788-E4CE3377B387}" destId="{1CC1E3CA-054B-42E4-9F73-6DEB18E93147}" srcOrd="2" destOrd="0" presId="urn:microsoft.com/office/officeart/2005/8/layout/p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8622588-EB4E-409B-A57B-733996D6EAA9}" type="doc">
      <dgm:prSet loTypeId="urn:microsoft.com/office/officeart/2005/8/layout/hList6" loCatId="list" qsTypeId="urn:microsoft.com/office/officeart/2005/8/quickstyle/3d1" qsCatId="3D" csTypeId="urn:microsoft.com/office/officeart/2005/8/colors/accent1_5" csCatId="accent1"/>
      <dgm:spPr/>
      <dgm:t>
        <a:bodyPr/>
        <a:lstStyle/>
        <a:p>
          <a:endParaRPr lang="en-IN"/>
        </a:p>
      </dgm:t>
    </dgm:pt>
    <dgm:pt modelId="{D9B8CB64-0638-46E9-90A8-D9A2C6F19124}">
      <dgm:prSet custT="1"/>
      <dgm:spPr/>
      <dgm:t>
        <a:bodyPr/>
        <a:lstStyle/>
        <a:p>
          <a:r>
            <a:rPr lang="en-US" sz="1900" b="1" i="0" baseline="0" dirty="0">
              <a:solidFill>
                <a:schemeClr val="bg1"/>
              </a:solidFill>
            </a:rPr>
            <a:t>Learned SQL for data extraction and data manipulation.</a:t>
          </a:r>
          <a:r>
            <a:rPr lang="en-US" sz="1900" b="1" i="0" baseline="0" dirty="0"/>
            <a:t> </a:t>
          </a:r>
          <a:endParaRPr lang="en-IN" sz="1900" b="1" dirty="0"/>
        </a:p>
      </dgm:t>
    </dgm:pt>
    <dgm:pt modelId="{158F3B43-ADD8-4015-92E4-87B9081DC757}" type="parTrans" cxnId="{445A68DE-A529-416B-82FB-BC480CA49154}">
      <dgm:prSet/>
      <dgm:spPr/>
      <dgm:t>
        <a:bodyPr/>
        <a:lstStyle/>
        <a:p>
          <a:endParaRPr lang="en-IN"/>
        </a:p>
      </dgm:t>
    </dgm:pt>
    <dgm:pt modelId="{BE7EC534-9F70-490D-B9A1-B97B7A617AA2}" type="sibTrans" cxnId="{445A68DE-A529-416B-82FB-BC480CA49154}">
      <dgm:prSet/>
      <dgm:spPr/>
      <dgm:t>
        <a:bodyPr/>
        <a:lstStyle/>
        <a:p>
          <a:endParaRPr lang="en-IN"/>
        </a:p>
      </dgm:t>
    </dgm:pt>
    <dgm:pt modelId="{D15B76A7-F1D4-4697-ADE0-085446A208BD}">
      <dgm:prSet custT="1"/>
      <dgm:spPr/>
      <dgm:t>
        <a:bodyPr/>
        <a:lstStyle/>
        <a:p>
          <a:r>
            <a:rPr lang="en-US" sz="1800" b="1" i="0" kern="1200" baseline="0" dirty="0">
              <a:solidFill>
                <a:schemeClr val="bg1"/>
              </a:solidFill>
            </a:rPr>
            <a:t>Used Excel formulas, Pivot </a:t>
          </a:r>
          <a:r>
            <a:rPr lang="en-US" sz="1900" b="1" i="0" kern="1200" baseline="0" dirty="0">
              <a:solidFill>
                <a:schemeClr val="bg1"/>
              </a:solidFill>
              <a:latin typeface="Trebuchet MS" panose="020B0603020202020204"/>
              <a:ea typeface="+mn-ea"/>
              <a:cs typeface="+mn-cs"/>
            </a:rPr>
            <a:t>Tables</a:t>
          </a:r>
          <a:r>
            <a:rPr lang="en-US" sz="1800" b="1" i="0" kern="1200" baseline="0" dirty="0">
              <a:solidFill>
                <a:schemeClr val="bg1"/>
              </a:solidFill>
            </a:rPr>
            <a:t>, and charts for analysis.</a:t>
          </a:r>
          <a:r>
            <a:rPr lang="en-US" sz="1800" b="1" i="0" kern="1200" baseline="0" dirty="0"/>
            <a:t> </a:t>
          </a:r>
          <a:endParaRPr lang="en-IN" sz="1800" b="1" kern="1200" dirty="0"/>
        </a:p>
      </dgm:t>
    </dgm:pt>
    <dgm:pt modelId="{00E7036C-621D-4D24-AE24-A18902D12BE0}" type="parTrans" cxnId="{4EE984FC-7AFA-4C69-80E2-19C84FEBCF5A}">
      <dgm:prSet/>
      <dgm:spPr/>
      <dgm:t>
        <a:bodyPr/>
        <a:lstStyle/>
        <a:p>
          <a:endParaRPr lang="en-IN"/>
        </a:p>
      </dgm:t>
    </dgm:pt>
    <dgm:pt modelId="{81D79745-0920-4D3D-9A94-4EDE8FAEA561}" type="sibTrans" cxnId="{4EE984FC-7AFA-4C69-80E2-19C84FEBCF5A}">
      <dgm:prSet/>
      <dgm:spPr/>
      <dgm:t>
        <a:bodyPr/>
        <a:lstStyle/>
        <a:p>
          <a:endParaRPr lang="en-IN"/>
        </a:p>
      </dgm:t>
    </dgm:pt>
    <dgm:pt modelId="{9D5B7ED0-1190-4AE6-8949-768092940054}">
      <dgm:prSet/>
      <dgm:spPr/>
      <dgm:t>
        <a:bodyPr/>
        <a:lstStyle/>
        <a:p>
          <a:r>
            <a:rPr lang="en-US" b="1" i="0" baseline="0" dirty="0">
              <a:solidFill>
                <a:schemeClr val="bg1"/>
              </a:solidFill>
            </a:rPr>
            <a:t>Built interactive dashboards in Tableau. </a:t>
          </a:r>
          <a:endParaRPr lang="en-IN" b="1" dirty="0">
            <a:solidFill>
              <a:schemeClr val="bg1"/>
            </a:solidFill>
          </a:endParaRPr>
        </a:p>
      </dgm:t>
    </dgm:pt>
    <dgm:pt modelId="{472B5B09-6A57-4D6C-A8B2-01C85AB1C455}" type="parTrans" cxnId="{DBA83DF6-0AC7-47D6-9DA0-D6A1595A223F}">
      <dgm:prSet/>
      <dgm:spPr/>
      <dgm:t>
        <a:bodyPr/>
        <a:lstStyle/>
        <a:p>
          <a:endParaRPr lang="en-IN"/>
        </a:p>
      </dgm:t>
    </dgm:pt>
    <dgm:pt modelId="{E22DB4A2-C0A4-4836-BF00-E81E8AE843F5}" type="sibTrans" cxnId="{DBA83DF6-0AC7-47D6-9DA0-D6A1595A223F}">
      <dgm:prSet/>
      <dgm:spPr/>
      <dgm:t>
        <a:bodyPr/>
        <a:lstStyle/>
        <a:p>
          <a:endParaRPr lang="en-IN"/>
        </a:p>
      </dgm:t>
    </dgm:pt>
    <dgm:pt modelId="{227E529E-851F-44CE-9A02-50CAF8DC641E}">
      <dgm:prSet/>
      <dgm:spPr/>
      <dgm:t>
        <a:bodyPr/>
        <a:lstStyle/>
        <a:p>
          <a:r>
            <a:rPr lang="en-US" b="1" i="0" baseline="0" dirty="0">
              <a:solidFill>
                <a:schemeClr val="bg1"/>
              </a:solidFill>
            </a:rPr>
            <a:t>Created Power BI dashboards using DAX and visualizations. </a:t>
          </a:r>
          <a:endParaRPr lang="en-IN" b="1" dirty="0">
            <a:solidFill>
              <a:schemeClr val="bg1"/>
            </a:solidFill>
          </a:endParaRPr>
        </a:p>
      </dgm:t>
    </dgm:pt>
    <dgm:pt modelId="{DF95AC5A-1C71-4428-AE55-DF38A2435BA7}" type="parTrans" cxnId="{4C958B4B-DD79-4E88-A699-B55540C0FCFE}">
      <dgm:prSet/>
      <dgm:spPr/>
      <dgm:t>
        <a:bodyPr/>
        <a:lstStyle/>
        <a:p>
          <a:endParaRPr lang="en-IN"/>
        </a:p>
      </dgm:t>
    </dgm:pt>
    <dgm:pt modelId="{33750123-AA32-46CE-855C-9EA5844F2D52}" type="sibTrans" cxnId="{4C958B4B-DD79-4E88-A699-B55540C0FCFE}">
      <dgm:prSet/>
      <dgm:spPr/>
      <dgm:t>
        <a:bodyPr/>
        <a:lstStyle/>
        <a:p>
          <a:endParaRPr lang="en-IN"/>
        </a:p>
      </dgm:t>
    </dgm:pt>
    <dgm:pt modelId="{38ACF004-06CA-47FC-A7C3-566E216D4546}">
      <dgm:prSet/>
      <dgm:spPr/>
      <dgm:t>
        <a:bodyPr/>
        <a:lstStyle/>
        <a:p>
          <a:r>
            <a:rPr lang="en-US" b="1" i="0" baseline="0" dirty="0">
              <a:solidFill>
                <a:schemeClr val="bg1"/>
              </a:solidFill>
            </a:rPr>
            <a:t>Improved data analysis and data storytelling skills. </a:t>
          </a:r>
          <a:endParaRPr lang="en-IN" b="1" dirty="0">
            <a:solidFill>
              <a:schemeClr val="bg1"/>
            </a:solidFill>
          </a:endParaRPr>
        </a:p>
      </dgm:t>
    </dgm:pt>
    <dgm:pt modelId="{AC17BEEC-B2C0-402B-81F3-1E9D7EA486D1}" type="parTrans" cxnId="{70B61F68-ABA3-48D2-BA4D-AB8AE152FF17}">
      <dgm:prSet/>
      <dgm:spPr/>
      <dgm:t>
        <a:bodyPr/>
        <a:lstStyle/>
        <a:p>
          <a:endParaRPr lang="en-IN"/>
        </a:p>
      </dgm:t>
    </dgm:pt>
    <dgm:pt modelId="{F06084E0-8F30-4A24-833D-DC9A03AD3138}" type="sibTrans" cxnId="{70B61F68-ABA3-48D2-BA4D-AB8AE152FF17}">
      <dgm:prSet/>
      <dgm:spPr/>
      <dgm:t>
        <a:bodyPr/>
        <a:lstStyle/>
        <a:p>
          <a:endParaRPr lang="en-IN"/>
        </a:p>
      </dgm:t>
    </dgm:pt>
    <dgm:pt modelId="{1C8B89D4-1B48-4A01-9107-C3E7309859F4}" type="pres">
      <dgm:prSet presAssocID="{28622588-EB4E-409B-A57B-733996D6EAA9}" presName="Name0" presStyleCnt="0">
        <dgm:presLayoutVars>
          <dgm:dir/>
          <dgm:resizeHandles val="exact"/>
        </dgm:presLayoutVars>
      </dgm:prSet>
      <dgm:spPr/>
    </dgm:pt>
    <dgm:pt modelId="{31B67A31-D684-47C3-B9AB-0EEBCC1F4A77}" type="pres">
      <dgm:prSet presAssocID="{D9B8CB64-0638-46E9-90A8-D9A2C6F19124}" presName="node" presStyleLbl="node1" presStyleIdx="0" presStyleCnt="5">
        <dgm:presLayoutVars>
          <dgm:bulletEnabled val="1"/>
        </dgm:presLayoutVars>
      </dgm:prSet>
      <dgm:spPr/>
    </dgm:pt>
    <dgm:pt modelId="{8C28474A-7C75-477C-A5E8-71F9E858E788}" type="pres">
      <dgm:prSet presAssocID="{BE7EC534-9F70-490D-B9A1-B97B7A617AA2}" presName="sibTrans" presStyleCnt="0"/>
      <dgm:spPr/>
    </dgm:pt>
    <dgm:pt modelId="{6661EA99-F49C-4814-8C61-58CCCD1D09D2}" type="pres">
      <dgm:prSet presAssocID="{D15B76A7-F1D4-4697-ADE0-085446A208BD}" presName="node" presStyleLbl="node1" presStyleIdx="1" presStyleCnt="5">
        <dgm:presLayoutVars>
          <dgm:bulletEnabled val="1"/>
        </dgm:presLayoutVars>
      </dgm:prSet>
      <dgm:spPr/>
    </dgm:pt>
    <dgm:pt modelId="{7C602499-94DD-4241-99BE-69B536F4E791}" type="pres">
      <dgm:prSet presAssocID="{81D79745-0920-4D3D-9A94-4EDE8FAEA561}" presName="sibTrans" presStyleCnt="0"/>
      <dgm:spPr/>
    </dgm:pt>
    <dgm:pt modelId="{06952434-B1FD-425D-8DA4-429CF7FFCBA3}" type="pres">
      <dgm:prSet presAssocID="{9D5B7ED0-1190-4AE6-8949-768092940054}" presName="node" presStyleLbl="node1" presStyleIdx="2" presStyleCnt="5">
        <dgm:presLayoutVars>
          <dgm:bulletEnabled val="1"/>
        </dgm:presLayoutVars>
      </dgm:prSet>
      <dgm:spPr/>
    </dgm:pt>
    <dgm:pt modelId="{B2690ACD-5F12-4597-AEEB-5651DF665410}" type="pres">
      <dgm:prSet presAssocID="{E22DB4A2-C0A4-4836-BF00-E81E8AE843F5}" presName="sibTrans" presStyleCnt="0"/>
      <dgm:spPr/>
    </dgm:pt>
    <dgm:pt modelId="{FD5A36DB-AF1D-46A0-9E5E-F2DAC7ED221C}" type="pres">
      <dgm:prSet presAssocID="{227E529E-851F-44CE-9A02-50CAF8DC641E}" presName="node" presStyleLbl="node1" presStyleIdx="3" presStyleCnt="5">
        <dgm:presLayoutVars>
          <dgm:bulletEnabled val="1"/>
        </dgm:presLayoutVars>
      </dgm:prSet>
      <dgm:spPr/>
    </dgm:pt>
    <dgm:pt modelId="{7D579884-EFD7-4A05-AE33-5DF71F0CBACF}" type="pres">
      <dgm:prSet presAssocID="{33750123-AA32-46CE-855C-9EA5844F2D52}" presName="sibTrans" presStyleCnt="0"/>
      <dgm:spPr/>
    </dgm:pt>
    <dgm:pt modelId="{8F70E74D-ADFC-4557-ABB6-C4E0F7DFBB2F}" type="pres">
      <dgm:prSet presAssocID="{38ACF004-06CA-47FC-A7C3-566E216D4546}" presName="node" presStyleLbl="node1" presStyleIdx="4" presStyleCnt="5">
        <dgm:presLayoutVars>
          <dgm:bulletEnabled val="1"/>
        </dgm:presLayoutVars>
      </dgm:prSet>
      <dgm:spPr/>
    </dgm:pt>
  </dgm:ptLst>
  <dgm:cxnLst>
    <dgm:cxn modelId="{EC6A3535-6CB2-40CC-AF4D-822A1A728418}" type="presOf" srcId="{38ACF004-06CA-47FC-A7C3-566E216D4546}" destId="{8F70E74D-ADFC-4557-ABB6-C4E0F7DFBB2F}" srcOrd="0" destOrd="0" presId="urn:microsoft.com/office/officeart/2005/8/layout/hList6"/>
    <dgm:cxn modelId="{70B61F68-ABA3-48D2-BA4D-AB8AE152FF17}" srcId="{28622588-EB4E-409B-A57B-733996D6EAA9}" destId="{38ACF004-06CA-47FC-A7C3-566E216D4546}" srcOrd="4" destOrd="0" parTransId="{AC17BEEC-B2C0-402B-81F3-1E9D7EA486D1}" sibTransId="{F06084E0-8F30-4A24-833D-DC9A03AD3138}"/>
    <dgm:cxn modelId="{4C958B4B-DD79-4E88-A699-B55540C0FCFE}" srcId="{28622588-EB4E-409B-A57B-733996D6EAA9}" destId="{227E529E-851F-44CE-9A02-50CAF8DC641E}" srcOrd="3" destOrd="0" parTransId="{DF95AC5A-1C71-4428-AE55-DF38A2435BA7}" sibTransId="{33750123-AA32-46CE-855C-9EA5844F2D52}"/>
    <dgm:cxn modelId="{F8E552A1-3054-44E1-8F3A-ECB6489ADFDE}" type="presOf" srcId="{9D5B7ED0-1190-4AE6-8949-768092940054}" destId="{06952434-B1FD-425D-8DA4-429CF7FFCBA3}" srcOrd="0" destOrd="0" presId="urn:microsoft.com/office/officeart/2005/8/layout/hList6"/>
    <dgm:cxn modelId="{E49F3DA7-828A-4C03-9CF2-D24E0C7E8214}" type="presOf" srcId="{D9B8CB64-0638-46E9-90A8-D9A2C6F19124}" destId="{31B67A31-D684-47C3-B9AB-0EEBCC1F4A77}" srcOrd="0" destOrd="0" presId="urn:microsoft.com/office/officeart/2005/8/layout/hList6"/>
    <dgm:cxn modelId="{3D1B2EB8-1668-4377-B0E6-BE2171B1BC67}" type="presOf" srcId="{D15B76A7-F1D4-4697-ADE0-085446A208BD}" destId="{6661EA99-F49C-4814-8C61-58CCCD1D09D2}" srcOrd="0" destOrd="0" presId="urn:microsoft.com/office/officeart/2005/8/layout/hList6"/>
    <dgm:cxn modelId="{1FB64ADB-0E05-4E6F-AC25-BE0034136DDF}" type="presOf" srcId="{227E529E-851F-44CE-9A02-50CAF8DC641E}" destId="{FD5A36DB-AF1D-46A0-9E5E-F2DAC7ED221C}" srcOrd="0" destOrd="0" presId="urn:microsoft.com/office/officeart/2005/8/layout/hList6"/>
    <dgm:cxn modelId="{445A68DE-A529-416B-82FB-BC480CA49154}" srcId="{28622588-EB4E-409B-A57B-733996D6EAA9}" destId="{D9B8CB64-0638-46E9-90A8-D9A2C6F19124}" srcOrd="0" destOrd="0" parTransId="{158F3B43-ADD8-4015-92E4-87B9081DC757}" sibTransId="{BE7EC534-9F70-490D-B9A1-B97B7A617AA2}"/>
    <dgm:cxn modelId="{3D39A7E8-DD46-4DD5-AF40-9E024687DD51}" type="presOf" srcId="{28622588-EB4E-409B-A57B-733996D6EAA9}" destId="{1C8B89D4-1B48-4A01-9107-C3E7309859F4}" srcOrd="0" destOrd="0" presId="urn:microsoft.com/office/officeart/2005/8/layout/hList6"/>
    <dgm:cxn modelId="{DBA83DF6-0AC7-47D6-9DA0-D6A1595A223F}" srcId="{28622588-EB4E-409B-A57B-733996D6EAA9}" destId="{9D5B7ED0-1190-4AE6-8949-768092940054}" srcOrd="2" destOrd="0" parTransId="{472B5B09-6A57-4D6C-A8B2-01C85AB1C455}" sibTransId="{E22DB4A2-C0A4-4836-BF00-E81E8AE843F5}"/>
    <dgm:cxn modelId="{4EE984FC-7AFA-4C69-80E2-19C84FEBCF5A}" srcId="{28622588-EB4E-409B-A57B-733996D6EAA9}" destId="{D15B76A7-F1D4-4697-ADE0-085446A208BD}" srcOrd="1" destOrd="0" parTransId="{00E7036C-621D-4D24-AE24-A18902D12BE0}" sibTransId="{81D79745-0920-4D3D-9A94-4EDE8FAEA561}"/>
    <dgm:cxn modelId="{680A1215-90A1-48BF-9263-A2503B095AE4}" type="presParOf" srcId="{1C8B89D4-1B48-4A01-9107-C3E7309859F4}" destId="{31B67A31-D684-47C3-B9AB-0EEBCC1F4A77}" srcOrd="0" destOrd="0" presId="urn:microsoft.com/office/officeart/2005/8/layout/hList6"/>
    <dgm:cxn modelId="{6E47A5C7-FC84-4A47-B1E6-0C684C4A0911}" type="presParOf" srcId="{1C8B89D4-1B48-4A01-9107-C3E7309859F4}" destId="{8C28474A-7C75-477C-A5E8-71F9E858E788}" srcOrd="1" destOrd="0" presId="urn:microsoft.com/office/officeart/2005/8/layout/hList6"/>
    <dgm:cxn modelId="{549F8536-6B0A-44F5-9D05-8C3E16F57BC0}" type="presParOf" srcId="{1C8B89D4-1B48-4A01-9107-C3E7309859F4}" destId="{6661EA99-F49C-4814-8C61-58CCCD1D09D2}" srcOrd="2" destOrd="0" presId="urn:microsoft.com/office/officeart/2005/8/layout/hList6"/>
    <dgm:cxn modelId="{EFD8F254-3877-444B-A959-DB418B905D05}" type="presParOf" srcId="{1C8B89D4-1B48-4A01-9107-C3E7309859F4}" destId="{7C602499-94DD-4241-99BE-69B536F4E791}" srcOrd="3" destOrd="0" presId="urn:microsoft.com/office/officeart/2005/8/layout/hList6"/>
    <dgm:cxn modelId="{2C08BF37-3258-4A20-9BCB-1E1D50F24183}" type="presParOf" srcId="{1C8B89D4-1B48-4A01-9107-C3E7309859F4}" destId="{06952434-B1FD-425D-8DA4-429CF7FFCBA3}" srcOrd="4" destOrd="0" presId="urn:microsoft.com/office/officeart/2005/8/layout/hList6"/>
    <dgm:cxn modelId="{87E9D659-C47C-4E7A-97E8-38BD379AD5BE}" type="presParOf" srcId="{1C8B89D4-1B48-4A01-9107-C3E7309859F4}" destId="{B2690ACD-5F12-4597-AEEB-5651DF665410}" srcOrd="5" destOrd="0" presId="urn:microsoft.com/office/officeart/2005/8/layout/hList6"/>
    <dgm:cxn modelId="{81F11A12-2541-4A47-B4BC-B458EDA94668}" type="presParOf" srcId="{1C8B89D4-1B48-4A01-9107-C3E7309859F4}" destId="{FD5A36DB-AF1D-46A0-9E5E-F2DAC7ED221C}" srcOrd="6" destOrd="0" presId="urn:microsoft.com/office/officeart/2005/8/layout/hList6"/>
    <dgm:cxn modelId="{768E2C84-BBA6-4A93-BD0D-85B83966147D}" type="presParOf" srcId="{1C8B89D4-1B48-4A01-9107-C3E7309859F4}" destId="{7D579884-EFD7-4A05-AE33-5DF71F0CBACF}" srcOrd="7" destOrd="0" presId="urn:microsoft.com/office/officeart/2005/8/layout/hList6"/>
    <dgm:cxn modelId="{64340F9C-FACF-4647-ACC7-E11A051E208D}" type="presParOf" srcId="{1C8B89D4-1B48-4A01-9107-C3E7309859F4}" destId="{8F70E74D-ADFC-4557-ABB6-C4E0F7DFBB2F}" srcOrd="8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568C9DC-9376-4264-827B-2783F1FF9D9B}" type="doc">
      <dgm:prSet loTypeId="urn:microsoft.com/office/officeart/2005/8/layout/hList7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050C5AB-FACF-4FDE-BD8D-B1E6CBB0F140}">
      <dgm:prSet custT="1"/>
      <dgm:spPr/>
      <dgm:t>
        <a:bodyPr/>
        <a:lstStyle/>
        <a:p>
          <a:r>
            <a:rPr lang="en-US" sz="1800" b="1" i="0" baseline="0" dirty="0">
              <a:solidFill>
                <a:schemeClr val="bg1"/>
              </a:solidFill>
            </a:rPr>
            <a:t>Sales increased over the years. </a:t>
          </a:r>
          <a:endParaRPr lang="en-IN" sz="1800" b="1" dirty="0">
            <a:solidFill>
              <a:schemeClr val="bg1"/>
            </a:solidFill>
          </a:endParaRPr>
        </a:p>
      </dgm:t>
    </dgm:pt>
    <dgm:pt modelId="{139EB71B-86BD-4B47-AD08-A58B552B2645}" type="parTrans" cxnId="{B61429EA-9624-496E-9CE7-76DE6F18478D}">
      <dgm:prSet/>
      <dgm:spPr/>
      <dgm:t>
        <a:bodyPr/>
        <a:lstStyle/>
        <a:p>
          <a:endParaRPr lang="en-IN"/>
        </a:p>
      </dgm:t>
    </dgm:pt>
    <dgm:pt modelId="{F494DFE3-5A97-4CBD-B518-004A5DE00A87}" type="sibTrans" cxnId="{B61429EA-9624-496E-9CE7-76DE6F18478D}">
      <dgm:prSet/>
      <dgm:spPr/>
      <dgm:t>
        <a:bodyPr/>
        <a:lstStyle/>
        <a:p>
          <a:endParaRPr lang="en-IN"/>
        </a:p>
      </dgm:t>
    </dgm:pt>
    <dgm:pt modelId="{85B7B7A3-AFED-45A1-BCAD-DCFE1E2F9F7F}">
      <dgm:prSet custT="1"/>
      <dgm:spPr/>
      <dgm:t>
        <a:bodyPr/>
        <a:lstStyle/>
        <a:p>
          <a:r>
            <a:rPr lang="en-US" sz="1800" b="1" i="0" baseline="0" dirty="0">
              <a:solidFill>
                <a:schemeClr val="bg1"/>
              </a:solidFill>
            </a:rPr>
            <a:t>Some regions generated higher revenue.</a:t>
          </a:r>
          <a:r>
            <a:rPr lang="en-US" sz="1700" b="0" i="0" baseline="0" dirty="0">
              <a:solidFill>
                <a:schemeClr val="bg1"/>
              </a:solidFill>
            </a:rPr>
            <a:t> </a:t>
          </a:r>
          <a:endParaRPr lang="en-IN" sz="1700" dirty="0">
            <a:solidFill>
              <a:schemeClr val="bg1"/>
            </a:solidFill>
          </a:endParaRPr>
        </a:p>
      </dgm:t>
    </dgm:pt>
    <dgm:pt modelId="{CD2B99A8-241A-492F-85FD-75ECB35F4413}" type="parTrans" cxnId="{70DB0AFA-5430-42ED-BA13-2A1E68AD55CD}">
      <dgm:prSet/>
      <dgm:spPr/>
      <dgm:t>
        <a:bodyPr/>
        <a:lstStyle/>
        <a:p>
          <a:endParaRPr lang="en-IN"/>
        </a:p>
      </dgm:t>
    </dgm:pt>
    <dgm:pt modelId="{9E54F77F-17D6-4687-A102-699F3D9BEE39}" type="sibTrans" cxnId="{70DB0AFA-5430-42ED-BA13-2A1E68AD55CD}">
      <dgm:prSet/>
      <dgm:spPr/>
      <dgm:t>
        <a:bodyPr/>
        <a:lstStyle/>
        <a:p>
          <a:endParaRPr lang="en-IN"/>
        </a:p>
      </dgm:t>
    </dgm:pt>
    <dgm:pt modelId="{B5E0D3F7-499A-45FC-9B9C-9459E855EEAE}">
      <dgm:prSet custT="1"/>
      <dgm:spPr/>
      <dgm:t>
        <a:bodyPr/>
        <a:lstStyle/>
        <a:p>
          <a:r>
            <a:rPr lang="en-US" sz="1800" b="1" i="0" baseline="0" dirty="0">
              <a:solidFill>
                <a:schemeClr val="bg1"/>
              </a:solidFill>
            </a:rPr>
            <a:t>A few products contributed the highest sales. </a:t>
          </a:r>
          <a:endParaRPr lang="en-IN" sz="1800" b="1" dirty="0">
            <a:solidFill>
              <a:schemeClr val="bg1"/>
            </a:solidFill>
          </a:endParaRPr>
        </a:p>
      </dgm:t>
    </dgm:pt>
    <dgm:pt modelId="{6E12060C-DE4B-4F81-A2D4-A2180E981A7F}" type="parTrans" cxnId="{B86116F2-9209-44FB-A692-566D1E8433F4}">
      <dgm:prSet/>
      <dgm:spPr/>
      <dgm:t>
        <a:bodyPr/>
        <a:lstStyle/>
        <a:p>
          <a:endParaRPr lang="en-IN"/>
        </a:p>
      </dgm:t>
    </dgm:pt>
    <dgm:pt modelId="{EC6910EF-00AA-4460-85E4-F9032D3A5945}" type="sibTrans" cxnId="{B86116F2-9209-44FB-A692-566D1E8433F4}">
      <dgm:prSet/>
      <dgm:spPr/>
      <dgm:t>
        <a:bodyPr/>
        <a:lstStyle/>
        <a:p>
          <a:endParaRPr lang="en-IN"/>
        </a:p>
      </dgm:t>
    </dgm:pt>
    <dgm:pt modelId="{DFD20B45-51A3-4205-8B4E-3A3A772825C3}">
      <dgm:prSet custT="1"/>
      <dgm:spPr/>
      <dgm:t>
        <a:bodyPr/>
        <a:lstStyle/>
        <a:p>
          <a:r>
            <a:rPr lang="en-US" sz="1800" b="1" i="0" baseline="0" dirty="0">
              <a:solidFill>
                <a:schemeClr val="bg1"/>
              </a:solidFill>
            </a:rPr>
            <a:t>Profit margins varied across products</a:t>
          </a:r>
          <a:r>
            <a:rPr lang="en-US" sz="1800" b="0" i="0" baseline="0" dirty="0">
              <a:solidFill>
                <a:schemeClr val="bg1"/>
              </a:solidFill>
            </a:rPr>
            <a:t>. </a:t>
          </a:r>
          <a:endParaRPr lang="en-IN" sz="1800" dirty="0">
            <a:solidFill>
              <a:schemeClr val="bg1"/>
            </a:solidFill>
          </a:endParaRPr>
        </a:p>
      </dgm:t>
    </dgm:pt>
    <dgm:pt modelId="{468F2FD3-944D-47FE-B3F0-403993436979}" type="parTrans" cxnId="{B213A08D-AE2B-4D20-9154-BDADDD84705D}">
      <dgm:prSet/>
      <dgm:spPr/>
      <dgm:t>
        <a:bodyPr/>
        <a:lstStyle/>
        <a:p>
          <a:endParaRPr lang="en-IN"/>
        </a:p>
      </dgm:t>
    </dgm:pt>
    <dgm:pt modelId="{C560F007-E4C5-47E7-A928-34ACDC7E7536}" type="sibTrans" cxnId="{B213A08D-AE2B-4D20-9154-BDADDD84705D}">
      <dgm:prSet/>
      <dgm:spPr/>
      <dgm:t>
        <a:bodyPr/>
        <a:lstStyle/>
        <a:p>
          <a:endParaRPr lang="en-IN"/>
        </a:p>
      </dgm:t>
    </dgm:pt>
    <dgm:pt modelId="{E669A42F-8091-4E44-B7D0-57F329F2823A}">
      <dgm:prSet custT="1"/>
      <dgm:spPr/>
      <dgm:t>
        <a:bodyPr/>
        <a:lstStyle/>
        <a:p>
          <a:r>
            <a:rPr lang="en-US" sz="1800" b="1" i="0" baseline="0" dirty="0">
              <a:solidFill>
                <a:schemeClr val="bg1"/>
              </a:solidFill>
            </a:rPr>
            <a:t>Monthly sales showed seasonal trends. </a:t>
          </a:r>
          <a:endParaRPr lang="en-IN" sz="1800" b="1" dirty="0">
            <a:solidFill>
              <a:schemeClr val="bg1"/>
            </a:solidFill>
          </a:endParaRPr>
        </a:p>
      </dgm:t>
    </dgm:pt>
    <dgm:pt modelId="{E9928579-50CC-43F2-98A2-135BC50D3972}" type="parTrans" cxnId="{3A7A8D1C-7486-4C45-A444-CAE06998030D}">
      <dgm:prSet/>
      <dgm:spPr/>
      <dgm:t>
        <a:bodyPr/>
        <a:lstStyle/>
        <a:p>
          <a:endParaRPr lang="en-IN"/>
        </a:p>
      </dgm:t>
    </dgm:pt>
    <dgm:pt modelId="{E2DB2DE7-BE1F-49AE-8455-62A0BEC9C398}" type="sibTrans" cxnId="{3A7A8D1C-7486-4C45-A444-CAE06998030D}">
      <dgm:prSet/>
      <dgm:spPr/>
      <dgm:t>
        <a:bodyPr/>
        <a:lstStyle/>
        <a:p>
          <a:endParaRPr lang="en-IN"/>
        </a:p>
      </dgm:t>
    </dgm:pt>
    <dgm:pt modelId="{55577B45-EBB1-48F3-9B63-A188D7B8AB4A}" type="pres">
      <dgm:prSet presAssocID="{4568C9DC-9376-4264-827B-2783F1FF9D9B}" presName="Name0" presStyleCnt="0">
        <dgm:presLayoutVars>
          <dgm:dir/>
          <dgm:resizeHandles val="exact"/>
        </dgm:presLayoutVars>
      </dgm:prSet>
      <dgm:spPr/>
    </dgm:pt>
    <dgm:pt modelId="{54F27FB2-7F10-45F8-8F8D-7773BD849283}" type="pres">
      <dgm:prSet presAssocID="{4568C9DC-9376-4264-827B-2783F1FF9D9B}" presName="fgShape" presStyleLbl="fgShp" presStyleIdx="0" presStyleCnt="1"/>
      <dgm:spPr>
        <a:solidFill>
          <a:srgbClr val="60A500"/>
        </a:solidFill>
      </dgm:spPr>
    </dgm:pt>
    <dgm:pt modelId="{CD5F8932-640B-40ED-9CE6-A5CA1582AB19}" type="pres">
      <dgm:prSet presAssocID="{4568C9DC-9376-4264-827B-2783F1FF9D9B}" presName="linComp" presStyleCnt="0"/>
      <dgm:spPr/>
    </dgm:pt>
    <dgm:pt modelId="{CDD4DF6D-CA1E-4A13-A749-1E8E2831DC33}" type="pres">
      <dgm:prSet presAssocID="{C050C5AB-FACF-4FDE-BD8D-B1E6CBB0F140}" presName="compNode" presStyleCnt="0"/>
      <dgm:spPr/>
    </dgm:pt>
    <dgm:pt modelId="{73CE1CC4-2DB2-4038-996C-4C475688C2F3}" type="pres">
      <dgm:prSet presAssocID="{C050C5AB-FACF-4FDE-BD8D-B1E6CBB0F140}" presName="bkgdShape" presStyleLbl="node1" presStyleIdx="0" presStyleCnt="5"/>
      <dgm:spPr/>
    </dgm:pt>
    <dgm:pt modelId="{DACB65E5-F2CF-41D6-B621-79C748E523D0}" type="pres">
      <dgm:prSet presAssocID="{C050C5AB-FACF-4FDE-BD8D-B1E6CBB0F140}" presName="nodeTx" presStyleLbl="node1" presStyleIdx="0" presStyleCnt="5">
        <dgm:presLayoutVars>
          <dgm:bulletEnabled val="1"/>
        </dgm:presLayoutVars>
      </dgm:prSet>
      <dgm:spPr/>
    </dgm:pt>
    <dgm:pt modelId="{AA9376DA-0EF6-4A1C-9387-365C912DCC21}" type="pres">
      <dgm:prSet presAssocID="{C050C5AB-FACF-4FDE-BD8D-B1E6CBB0F140}" presName="invisiNode" presStyleLbl="node1" presStyleIdx="0" presStyleCnt="5"/>
      <dgm:spPr/>
    </dgm:pt>
    <dgm:pt modelId="{970AD17E-6A67-4B6B-9681-C6CA535D97EC}" type="pres">
      <dgm:prSet presAssocID="{C050C5AB-FACF-4FDE-BD8D-B1E6CBB0F140}" presName="imagNode" presStyleLbl="fgImgPlace1" presStyleIdx="0" presStyleCnt="5"/>
      <dgm:spPr>
        <a:solidFill>
          <a:schemeClr val="tx1"/>
        </a:solidFill>
      </dgm:spPr>
    </dgm:pt>
    <dgm:pt modelId="{15AD6705-4546-4BD6-BDF8-890B75E0863F}" type="pres">
      <dgm:prSet presAssocID="{F494DFE3-5A97-4CBD-B518-004A5DE00A87}" presName="sibTrans" presStyleLbl="sibTrans2D1" presStyleIdx="0" presStyleCnt="0"/>
      <dgm:spPr/>
    </dgm:pt>
    <dgm:pt modelId="{51175980-E49D-4020-9A29-C674C940E1E4}" type="pres">
      <dgm:prSet presAssocID="{85B7B7A3-AFED-45A1-BCAD-DCFE1E2F9F7F}" presName="compNode" presStyleCnt="0"/>
      <dgm:spPr/>
    </dgm:pt>
    <dgm:pt modelId="{4181E9C9-E304-46C2-86ED-F0C7964AFBF6}" type="pres">
      <dgm:prSet presAssocID="{85B7B7A3-AFED-45A1-BCAD-DCFE1E2F9F7F}" presName="bkgdShape" presStyleLbl="node1" presStyleIdx="1" presStyleCnt="5"/>
      <dgm:spPr/>
    </dgm:pt>
    <dgm:pt modelId="{3173580F-A27E-4425-AFAE-CC897D6AF6CD}" type="pres">
      <dgm:prSet presAssocID="{85B7B7A3-AFED-45A1-BCAD-DCFE1E2F9F7F}" presName="nodeTx" presStyleLbl="node1" presStyleIdx="1" presStyleCnt="5">
        <dgm:presLayoutVars>
          <dgm:bulletEnabled val="1"/>
        </dgm:presLayoutVars>
      </dgm:prSet>
      <dgm:spPr/>
    </dgm:pt>
    <dgm:pt modelId="{D55A3BE5-70E4-49CA-AD9B-7B1E74EF6D32}" type="pres">
      <dgm:prSet presAssocID="{85B7B7A3-AFED-45A1-BCAD-DCFE1E2F9F7F}" presName="invisiNode" presStyleLbl="node1" presStyleIdx="1" presStyleCnt="5"/>
      <dgm:spPr/>
    </dgm:pt>
    <dgm:pt modelId="{C971F78C-0A59-444B-BBB3-9196CCF56746}" type="pres">
      <dgm:prSet presAssocID="{85B7B7A3-AFED-45A1-BCAD-DCFE1E2F9F7F}" presName="imagNode" presStyleLbl="fgImgPlace1" presStyleIdx="1" presStyleCnt="5"/>
      <dgm:spPr>
        <a:solidFill>
          <a:schemeClr val="tx1"/>
        </a:solidFill>
      </dgm:spPr>
    </dgm:pt>
    <dgm:pt modelId="{10260ED4-6DDA-4823-967B-66F86FF25326}" type="pres">
      <dgm:prSet presAssocID="{9E54F77F-17D6-4687-A102-699F3D9BEE39}" presName="sibTrans" presStyleLbl="sibTrans2D1" presStyleIdx="0" presStyleCnt="0"/>
      <dgm:spPr/>
    </dgm:pt>
    <dgm:pt modelId="{AE070285-85DE-4F85-AA9B-735E4157EA8F}" type="pres">
      <dgm:prSet presAssocID="{B5E0D3F7-499A-45FC-9B9C-9459E855EEAE}" presName="compNode" presStyleCnt="0"/>
      <dgm:spPr/>
    </dgm:pt>
    <dgm:pt modelId="{9A3126A2-20D2-4DA2-92E4-384086E97D5C}" type="pres">
      <dgm:prSet presAssocID="{B5E0D3F7-499A-45FC-9B9C-9459E855EEAE}" presName="bkgdShape" presStyleLbl="node1" presStyleIdx="2" presStyleCnt="5"/>
      <dgm:spPr/>
    </dgm:pt>
    <dgm:pt modelId="{40FC4DFA-AEAF-4C30-B82A-AA33AF432A8A}" type="pres">
      <dgm:prSet presAssocID="{B5E0D3F7-499A-45FC-9B9C-9459E855EEAE}" presName="nodeTx" presStyleLbl="node1" presStyleIdx="2" presStyleCnt="5">
        <dgm:presLayoutVars>
          <dgm:bulletEnabled val="1"/>
        </dgm:presLayoutVars>
      </dgm:prSet>
      <dgm:spPr/>
    </dgm:pt>
    <dgm:pt modelId="{BDDA6C60-1EF2-4F7E-821C-C225C045C4FD}" type="pres">
      <dgm:prSet presAssocID="{B5E0D3F7-499A-45FC-9B9C-9459E855EEAE}" presName="invisiNode" presStyleLbl="node1" presStyleIdx="2" presStyleCnt="5"/>
      <dgm:spPr/>
    </dgm:pt>
    <dgm:pt modelId="{3967F7D0-6626-4DF1-A79E-25A8A7386A00}" type="pres">
      <dgm:prSet presAssocID="{B5E0D3F7-499A-45FC-9B9C-9459E855EEAE}" presName="imagNode" presStyleLbl="fgImgPlace1" presStyleIdx="2" presStyleCnt="5"/>
      <dgm:spPr>
        <a:solidFill>
          <a:schemeClr val="tx1"/>
        </a:solidFill>
      </dgm:spPr>
    </dgm:pt>
    <dgm:pt modelId="{B073F990-B4D9-4A06-8039-EEC1A1EBAC6F}" type="pres">
      <dgm:prSet presAssocID="{EC6910EF-00AA-4460-85E4-F9032D3A5945}" presName="sibTrans" presStyleLbl="sibTrans2D1" presStyleIdx="0" presStyleCnt="0"/>
      <dgm:spPr/>
    </dgm:pt>
    <dgm:pt modelId="{0DCC0FA1-D0AA-430A-BDC8-B172C5A1C247}" type="pres">
      <dgm:prSet presAssocID="{DFD20B45-51A3-4205-8B4E-3A3A772825C3}" presName="compNode" presStyleCnt="0"/>
      <dgm:spPr/>
    </dgm:pt>
    <dgm:pt modelId="{B96B75D8-E472-470E-BFA2-F2491524B7A5}" type="pres">
      <dgm:prSet presAssocID="{DFD20B45-51A3-4205-8B4E-3A3A772825C3}" presName="bkgdShape" presStyleLbl="node1" presStyleIdx="3" presStyleCnt="5"/>
      <dgm:spPr/>
    </dgm:pt>
    <dgm:pt modelId="{69FA5950-E8CA-4228-ABE2-9F4DBA178DCE}" type="pres">
      <dgm:prSet presAssocID="{DFD20B45-51A3-4205-8B4E-3A3A772825C3}" presName="nodeTx" presStyleLbl="node1" presStyleIdx="3" presStyleCnt="5">
        <dgm:presLayoutVars>
          <dgm:bulletEnabled val="1"/>
        </dgm:presLayoutVars>
      </dgm:prSet>
      <dgm:spPr/>
    </dgm:pt>
    <dgm:pt modelId="{E47407F7-88DE-40A6-B429-298C734A8547}" type="pres">
      <dgm:prSet presAssocID="{DFD20B45-51A3-4205-8B4E-3A3A772825C3}" presName="invisiNode" presStyleLbl="node1" presStyleIdx="3" presStyleCnt="5"/>
      <dgm:spPr/>
    </dgm:pt>
    <dgm:pt modelId="{96D157A2-2EF6-4630-AB8B-0914F74D4EF3}" type="pres">
      <dgm:prSet presAssocID="{DFD20B45-51A3-4205-8B4E-3A3A772825C3}" presName="imagNode" presStyleLbl="fgImgPlace1" presStyleIdx="3" presStyleCnt="5"/>
      <dgm:spPr>
        <a:solidFill>
          <a:schemeClr val="tx1"/>
        </a:solidFill>
      </dgm:spPr>
    </dgm:pt>
    <dgm:pt modelId="{C4A39DFB-0F57-4923-87ED-4B0DCB29A899}" type="pres">
      <dgm:prSet presAssocID="{C560F007-E4C5-47E7-A928-34ACDC7E7536}" presName="sibTrans" presStyleLbl="sibTrans2D1" presStyleIdx="0" presStyleCnt="0"/>
      <dgm:spPr/>
    </dgm:pt>
    <dgm:pt modelId="{B1E801CF-2AF3-4086-ABC0-4664D62810E9}" type="pres">
      <dgm:prSet presAssocID="{E669A42F-8091-4E44-B7D0-57F329F2823A}" presName="compNode" presStyleCnt="0"/>
      <dgm:spPr/>
    </dgm:pt>
    <dgm:pt modelId="{10EB5DDF-8336-4CCA-8A09-FCA6CCA06A39}" type="pres">
      <dgm:prSet presAssocID="{E669A42F-8091-4E44-B7D0-57F329F2823A}" presName="bkgdShape" presStyleLbl="node1" presStyleIdx="4" presStyleCnt="5"/>
      <dgm:spPr/>
    </dgm:pt>
    <dgm:pt modelId="{A0040BA7-BF78-491D-9620-8CDEED1AE62F}" type="pres">
      <dgm:prSet presAssocID="{E669A42F-8091-4E44-B7D0-57F329F2823A}" presName="nodeTx" presStyleLbl="node1" presStyleIdx="4" presStyleCnt="5">
        <dgm:presLayoutVars>
          <dgm:bulletEnabled val="1"/>
        </dgm:presLayoutVars>
      </dgm:prSet>
      <dgm:spPr/>
    </dgm:pt>
    <dgm:pt modelId="{262A5485-3246-48ED-8302-1E576ACD9341}" type="pres">
      <dgm:prSet presAssocID="{E669A42F-8091-4E44-B7D0-57F329F2823A}" presName="invisiNode" presStyleLbl="node1" presStyleIdx="4" presStyleCnt="5"/>
      <dgm:spPr/>
    </dgm:pt>
    <dgm:pt modelId="{76AB7872-B819-4169-8EDC-027A15C28013}" type="pres">
      <dgm:prSet presAssocID="{E669A42F-8091-4E44-B7D0-57F329F2823A}" presName="imagNode" presStyleLbl="fgImgPlace1" presStyleIdx="4" presStyleCnt="5"/>
      <dgm:spPr>
        <a:solidFill>
          <a:schemeClr val="tx1"/>
        </a:solidFill>
      </dgm:spPr>
    </dgm:pt>
  </dgm:ptLst>
  <dgm:cxnLst>
    <dgm:cxn modelId="{87653406-77C3-423D-8908-6B43E6889271}" type="presOf" srcId="{F494DFE3-5A97-4CBD-B518-004A5DE00A87}" destId="{15AD6705-4546-4BD6-BDF8-890B75E0863F}" srcOrd="0" destOrd="0" presId="urn:microsoft.com/office/officeart/2005/8/layout/hList7"/>
    <dgm:cxn modelId="{3A7A8D1C-7486-4C45-A444-CAE06998030D}" srcId="{4568C9DC-9376-4264-827B-2783F1FF9D9B}" destId="{E669A42F-8091-4E44-B7D0-57F329F2823A}" srcOrd="4" destOrd="0" parTransId="{E9928579-50CC-43F2-98A2-135BC50D3972}" sibTransId="{E2DB2DE7-BE1F-49AE-8455-62A0BEC9C398}"/>
    <dgm:cxn modelId="{0C11B41D-CFAF-404F-A962-6791B40F08C5}" type="presOf" srcId="{DFD20B45-51A3-4205-8B4E-3A3A772825C3}" destId="{B96B75D8-E472-470E-BFA2-F2491524B7A5}" srcOrd="0" destOrd="0" presId="urn:microsoft.com/office/officeart/2005/8/layout/hList7"/>
    <dgm:cxn modelId="{46F49C2F-D4D0-416E-ACC4-8D9BD7A0376D}" type="presOf" srcId="{B5E0D3F7-499A-45FC-9B9C-9459E855EEAE}" destId="{9A3126A2-20D2-4DA2-92E4-384086E97D5C}" srcOrd="0" destOrd="0" presId="urn:microsoft.com/office/officeart/2005/8/layout/hList7"/>
    <dgm:cxn modelId="{09354236-AB75-4A40-BE92-723F68D04186}" type="presOf" srcId="{B5E0D3F7-499A-45FC-9B9C-9459E855EEAE}" destId="{40FC4DFA-AEAF-4C30-B82A-AA33AF432A8A}" srcOrd="1" destOrd="0" presId="urn:microsoft.com/office/officeart/2005/8/layout/hList7"/>
    <dgm:cxn modelId="{27B4603F-FB8D-49F5-AA3A-BCA1353CE888}" type="presOf" srcId="{EC6910EF-00AA-4460-85E4-F9032D3A5945}" destId="{B073F990-B4D9-4A06-8039-EEC1A1EBAC6F}" srcOrd="0" destOrd="0" presId="urn:microsoft.com/office/officeart/2005/8/layout/hList7"/>
    <dgm:cxn modelId="{2C4DC15F-0443-4EC3-93CC-A6C81595057C}" type="presOf" srcId="{C050C5AB-FACF-4FDE-BD8D-B1E6CBB0F140}" destId="{DACB65E5-F2CF-41D6-B621-79C748E523D0}" srcOrd="1" destOrd="0" presId="urn:microsoft.com/office/officeart/2005/8/layout/hList7"/>
    <dgm:cxn modelId="{F0AC6763-1E8B-46E6-AF2F-CFB8B4ECAD3C}" type="presOf" srcId="{85B7B7A3-AFED-45A1-BCAD-DCFE1E2F9F7F}" destId="{4181E9C9-E304-46C2-86ED-F0C7964AFBF6}" srcOrd="0" destOrd="0" presId="urn:microsoft.com/office/officeart/2005/8/layout/hList7"/>
    <dgm:cxn modelId="{7C378E74-60CD-4A5F-85AB-94E59E273A17}" type="presOf" srcId="{E669A42F-8091-4E44-B7D0-57F329F2823A}" destId="{A0040BA7-BF78-491D-9620-8CDEED1AE62F}" srcOrd="1" destOrd="0" presId="urn:microsoft.com/office/officeart/2005/8/layout/hList7"/>
    <dgm:cxn modelId="{2A1C1481-72F8-4FC2-BDC0-475377979580}" type="presOf" srcId="{DFD20B45-51A3-4205-8B4E-3A3A772825C3}" destId="{69FA5950-E8CA-4228-ABE2-9F4DBA178DCE}" srcOrd="1" destOrd="0" presId="urn:microsoft.com/office/officeart/2005/8/layout/hList7"/>
    <dgm:cxn modelId="{B213A08D-AE2B-4D20-9154-BDADDD84705D}" srcId="{4568C9DC-9376-4264-827B-2783F1FF9D9B}" destId="{DFD20B45-51A3-4205-8B4E-3A3A772825C3}" srcOrd="3" destOrd="0" parTransId="{468F2FD3-944D-47FE-B3F0-403993436979}" sibTransId="{C560F007-E4C5-47E7-A928-34ACDC7E7536}"/>
    <dgm:cxn modelId="{6BBCBDB6-3323-46D2-A0D4-38AA211989B6}" type="presOf" srcId="{4568C9DC-9376-4264-827B-2783F1FF9D9B}" destId="{55577B45-EBB1-48F3-9B63-A188D7B8AB4A}" srcOrd="0" destOrd="0" presId="urn:microsoft.com/office/officeart/2005/8/layout/hList7"/>
    <dgm:cxn modelId="{E481E9B7-65CD-4A51-8E2F-1B7961B4413C}" type="presOf" srcId="{E669A42F-8091-4E44-B7D0-57F329F2823A}" destId="{10EB5DDF-8336-4CCA-8A09-FCA6CCA06A39}" srcOrd="0" destOrd="0" presId="urn:microsoft.com/office/officeart/2005/8/layout/hList7"/>
    <dgm:cxn modelId="{45152DC6-5E66-4AD7-8BF3-B0FCB401D200}" type="presOf" srcId="{C560F007-E4C5-47E7-A928-34ACDC7E7536}" destId="{C4A39DFB-0F57-4923-87ED-4B0DCB29A899}" srcOrd="0" destOrd="0" presId="urn:microsoft.com/office/officeart/2005/8/layout/hList7"/>
    <dgm:cxn modelId="{02072AD4-A6CF-40D4-89E0-B99BBD0BBB22}" type="presOf" srcId="{85B7B7A3-AFED-45A1-BCAD-DCFE1E2F9F7F}" destId="{3173580F-A27E-4425-AFAE-CC897D6AF6CD}" srcOrd="1" destOrd="0" presId="urn:microsoft.com/office/officeart/2005/8/layout/hList7"/>
    <dgm:cxn modelId="{B61429EA-9624-496E-9CE7-76DE6F18478D}" srcId="{4568C9DC-9376-4264-827B-2783F1FF9D9B}" destId="{C050C5AB-FACF-4FDE-BD8D-B1E6CBB0F140}" srcOrd="0" destOrd="0" parTransId="{139EB71B-86BD-4B47-AD08-A58B552B2645}" sibTransId="{F494DFE3-5A97-4CBD-B518-004A5DE00A87}"/>
    <dgm:cxn modelId="{B86116F2-9209-44FB-A692-566D1E8433F4}" srcId="{4568C9DC-9376-4264-827B-2783F1FF9D9B}" destId="{B5E0D3F7-499A-45FC-9B9C-9459E855EEAE}" srcOrd="2" destOrd="0" parTransId="{6E12060C-DE4B-4F81-A2D4-A2180E981A7F}" sibTransId="{EC6910EF-00AA-4460-85E4-F9032D3A5945}"/>
    <dgm:cxn modelId="{E80254F7-3DDB-48D8-84DA-66192CEFCD1D}" type="presOf" srcId="{C050C5AB-FACF-4FDE-BD8D-B1E6CBB0F140}" destId="{73CE1CC4-2DB2-4038-996C-4C475688C2F3}" srcOrd="0" destOrd="0" presId="urn:microsoft.com/office/officeart/2005/8/layout/hList7"/>
    <dgm:cxn modelId="{70DB0AFA-5430-42ED-BA13-2A1E68AD55CD}" srcId="{4568C9DC-9376-4264-827B-2783F1FF9D9B}" destId="{85B7B7A3-AFED-45A1-BCAD-DCFE1E2F9F7F}" srcOrd="1" destOrd="0" parTransId="{CD2B99A8-241A-492F-85FD-75ECB35F4413}" sibTransId="{9E54F77F-17D6-4687-A102-699F3D9BEE39}"/>
    <dgm:cxn modelId="{4C02BBFA-4074-4EFD-A182-E59EC25F2930}" type="presOf" srcId="{9E54F77F-17D6-4687-A102-699F3D9BEE39}" destId="{10260ED4-6DDA-4823-967B-66F86FF25326}" srcOrd="0" destOrd="0" presId="urn:microsoft.com/office/officeart/2005/8/layout/hList7"/>
    <dgm:cxn modelId="{6CB45F47-15BB-4CC0-B9D9-5BFC8A526290}" type="presParOf" srcId="{55577B45-EBB1-48F3-9B63-A188D7B8AB4A}" destId="{54F27FB2-7F10-45F8-8F8D-7773BD849283}" srcOrd="0" destOrd="0" presId="urn:microsoft.com/office/officeart/2005/8/layout/hList7"/>
    <dgm:cxn modelId="{60DAB369-04EA-450B-8880-879BAA017583}" type="presParOf" srcId="{55577B45-EBB1-48F3-9B63-A188D7B8AB4A}" destId="{CD5F8932-640B-40ED-9CE6-A5CA1582AB19}" srcOrd="1" destOrd="0" presId="urn:microsoft.com/office/officeart/2005/8/layout/hList7"/>
    <dgm:cxn modelId="{A31E34C4-D249-45AE-A544-5E735E627421}" type="presParOf" srcId="{CD5F8932-640B-40ED-9CE6-A5CA1582AB19}" destId="{CDD4DF6D-CA1E-4A13-A749-1E8E2831DC33}" srcOrd="0" destOrd="0" presId="urn:microsoft.com/office/officeart/2005/8/layout/hList7"/>
    <dgm:cxn modelId="{FC9B3B83-E9D5-4DF2-8DAC-8E49194832A3}" type="presParOf" srcId="{CDD4DF6D-CA1E-4A13-A749-1E8E2831DC33}" destId="{73CE1CC4-2DB2-4038-996C-4C475688C2F3}" srcOrd="0" destOrd="0" presId="urn:microsoft.com/office/officeart/2005/8/layout/hList7"/>
    <dgm:cxn modelId="{14B1F185-444C-4B34-9B83-692D95181917}" type="presParOf" srcId="{CDD4DF6D-CA1E-4A13-A749-1E8E2831DC33}" destId="{DACB65E5-F2CF-41D6-B621-79C748E523D0}" srcOrd="1" destOrd="0" presId="urn:microsoft.com/office/officeart/2005/8/layout/hList7"/>
    <dgm:cxn modelId="{C8387368-7836-4BE4-81DD-34ADCCBC05DC}" type="presParOf" srcId="{CDD4DF6D-CA1E-4A13-A749-1E8E2831DC33}" destId="{AA9376DA-0EF6-4A1C-9387-365C912DCC21}" srcOrd="2" destOrd="0" presId="urn:microsoft.com/office/officeart/2005/8/layout/hList7"/>
    <dgm:cxn modelId="{32878853-A7B8-4BD0-AA71-8B6ECF3CB05A}" type="presParOf" srcId="{CDD4DF6D-CA1E-4A13-A749-1E8E2831DC33}" destId="{970AD17E-6A67-4B6B-9681-C6CA535D97EC}" srcOrd="3" destOrd="0" presId="urn:microsoft.com/office/officeart/2005/8/layout/hList7"/>
    <dgm:cxn modelId="{7F2D8F83-89DF-474A-B71A-F8A6774417AB}" type="presParOf" srcId="{CD5F8932-640B-40ED-9CE6-A5CA1582AB19}" destId="{15AD6705-4546-4BD6-BDF8-890B75E0863F}" srcOrd="1" destOrd="0" presId="urn:microsoft.com/office/officeart/2005/8/layout/hList7"/>
    <dgm:cxn modelId="{1A34C3D5-A2F6-4077-BA77-24E86075FC62}" type="presParOf" srcId="{CD5F8932-640B-40ED-9CE6-A5CA1582AB19}" destId="{51175980-E49D-4020-9A29-C674C940E1E4}" srcOrd="2" destOrd="0" presId="urn:microsoft.com/office/officeart/2005/8/layout/hList7"/>
    <dgm:cxn modelId="{6C33CB73-27B2-43F8-B419-E87689009DF4}" type="presParOf" srcId="{51175980-E49D-4020-9A29-C674C940E1E4}" destId="{4181E9C9-E304-46C2-86ED-F0C7964AFBF6}" srcOrd="0" destOrd="0" presId="urn:microsoft.com/office/officeart/2005/8/layout/hList7"/>
    <dgm:cxn modelId="{DC10AEB5-8452-4054-AD35-9481F9BDB1C6}" type="presParOf" srcId="{51175980-E49D-4020-9A29-C674C940E1E4}" destId="{3173580F-A27E-4425-AFAE-CC897D6AF6CD}" srcOrd="1" destOrd="0" presId="urn:microsoft.com/office/officeart/2005/8/layout/hList7"/>
    <dgm:cxn modelId="{008F4B0A-0AEA-4F45-BE4E-6A73FEA7866F}" type="presParOf" srcId="{51175980-E49D-4020-9A29-C674C940E1E4}" destId="{D55A3BE5-70E4-49CA-AD9B-7B1E74EF6D32}" srcOrd="2" destOrd="0" presId="urn:microsoft.com/office/officeart/2005/8/layout/hList7"/>
    <dgm:cxn modelId="{70DE12A2-F429-4602-85D3-63A9F4E876C6}" type="presParOf" srcId="{51175980-E49D-4020-9A29-C674C940E1E4}" destId="{C971F78C-0A59-444B-BBB3-9196CCF56746}" srcOrd="3" destOrd="0" presId="urn:microsoft.com/office/officeart/2005/8/layout/hList7"/>
    <dgm:cxn modelId="{8F4F79AB-F32F-4B2A-8BD9-F5338A04E333}" type="presParOf" srcId="{CD5F8932-640B-40ED-9CE6-A5CA1582AB19}" destId="{10260ED4-6DDA-4823-967B-66F86FF25326}" srcOrd="3" destOrd="0" presId="urn:microsoft.com/office/officeart/2005/8/layout/hList7"/>
    <dgm:cxn modelId="{C5C7F0FF-50B9-448B-970B-3E1DDC66780E}" type="presParOf" srcId="{CD5F8932-640B-40ED-9CE6-A5CA1582AB19}" destId="{AE070285-85DE-4F85-AA9B-735E4157EA8F}" srcOrd="4" destOrd="0" presId="urn:microsoft.com/office/officeart/2005/8/layout/hList7"/>
    <dgm:cxn modelId="{D6C3C581-13B1-42D3-BF9A-986E6EF6D48B}" type="presParOf" srcId="{AE070285-85DE-4F85-AA9B-735E4157EA8F}" destId="{9A3126A2-20D2-4DA2-92E4-384086E97D5C}" srcOrd="0" destOrd="0" presId="urn:microsoft.com/office/officeart/2005/8/layout/hList7"/>
    <dgm:cxn modelId="{EB432FFA-F664-4004-8E8D-EFBF238EF48C}" type="presParOf" srcId="{AE070285-85DE-4F85-AA9B-735E4157EA8F}" destId="{40FC4DFA-AEAF-4C30-B82A-AA33AF432A8A}" srcOrd="1" destOrd="0" presId="urn:microsoft.com/office/officeart/2005/8/layout/hList7"/>
    <dgm:cxn modelId="{A033EA79-E5E4-45FE-B411-6F879DF7895C}" type="presParOf" srcId="{AE070285-85DE-4F85-AA9B-735E4157EA8F}" destId="{BDDA6C60-1EF2-4F7E-821C-C225C045C4FD}" srcOrd="2" destOrd="0" presId="urn:microsoft.com/office/officeart/2005/8/layout/hList7"/>
    <dgm:cxn modelId="{C70A8657-CA09-40C8-BF03-5FAF243A6A57}" type="presParOf" srcId="{AE070285-85DE-4F85-AA9B-735E4157EA8F}" destId="{3967F7D0-6626-4DF1-A79E-25A8A7386A00}" srcOrd="3" destOrd="0" presId="urn:microsoft.com/office/officeart/2005/8/layout/hList7"/>
    <dgm:cxn modelId="{CCA284EA-0A24-4730-8573-B00465D3B2F3}" type="presParOf" srcId="{CD5F8932-640B-40ED-9CE6-A5CA1582AB19}" destId="{B073F990-B4D9-4A06-8039-EEC1A1EBAC6F}" srcOrd="5" destOrd="0" presId="urn:microsoft.com/office/officeart/2005/8/layout/hList7"/>
    <dgm:cxn modelId="{FE7F4A2E-BAAC-4AE3-A2CF-5FF6CF8E6E36}" type="presParOf" srcId="{CD5F8932-640B-40ED-9CE6-A5CA1582AB19}" destId="{0DCC0FA1-D0AA-430A-BDC8-B172C5A1C247}" srcOrd="6" destOrd="0" presId="urn:microsoft.com/office/officeart/2005/8/layout/hList7"/>
    <dgm:cxn modelId="{C8889989-1CA2-4ABB-AB59-2B8D1D8E7F3E}" type="presParOf" srcId="{0DCC0FA1-D0AA-430A-BDC8-B172C5A1C247}" destId="{B96B75D8-E472-470E-BFA2-F2491524B7A5}" srcOrd="0" destOrd="0" presId="urn:microsoft.com/office/officeart/2005/8/layout/hList7"/>
    <dgm:cxn modelId="{9AE736EB-40E9-4888-8E29-47FEE8319FD0}" type="presParOf" srcId="{0DCC0FA1-D0AA-430A-BDC8-B172C5A1C247}" destId="{69FA5950-E8CA-4228-ABE2-9F4DBA178DCE}" srcOrd="1" destOrd="0" presId="urn:microsoft.com/office/officeart/2005/8/layout/hList7"/>
    <dgm:cxn modelId="{1799D0F1-8964-476C-B931-AAAB04FD1B38}" type="presParOf" srcId="{0DCC0FA1-D0AA-430A-BDC8-B172C5A1C247}" destId="{E47407F7-88DE-40A6-B429-298C734A8547}" srcOrd="2" destOrd="0" presId="urn:microsoft.com/office/officeart/2005/8/layout/hList7"/>
    <dgm:cxn modelId="{6217D81C-8CD6-4953-9A34-AEF458251417}" type="presParOf" srcId="{0DCC0FA1-D0AA-430A-BDC8-B172C5A1C247}" destId="{96D157A2-2EF6-4630-AB8B-0914F74D4EF3}" srcOrd="3" destOrd="0" presId="urn:microsoft.com/office/officeart/2005/8/layout/hList7"/>
    <dgm:cxn modelId="{DA127BBA-9CD6-4420-B7CB-862C61BA4BAE}" type="presParOf" srcId="{CD5F8932-640B-40ED-9CE6-A5CA1582AB19}" destId="{C4A39DFB-0F57-4923-87ED-4B0DCB29A899}" srcOrd="7" destOrd="0" presId="urn:microsoft.com/office/officeart/2005/8/layout/hList7"/>
    <dgm:cxn modelId="{1F869099-9C5B-42A7-BE3D-8D52455EC8CA}" type="presParOf" srcId="{CD5F8932-640B-40ED-9CE6-A5CA1582AB19}" destId="{B1E801CF-2AF3-4086-ABC0-4664D62810E9}" srcOrd="8" destOrd="0" presId="urn:microsoft.com/office/officeart/2005/8/layout/hList7"/>
    <dgm:cxn modelId="{12F27EBA-F63D-4DD1-BEE2-F7A90F6FEE1C}" type="presParOf" srcId="{B1E801CF-2AF3-4086-ABC0-4664D62810E9}" destId="{10EB5DDF-8336-4CCA-8A09-FCA6CCA06A39}" srcOrd="0" destOrd="0" presId="urn:microsoft.com/office/officeart/2005/8/layout/hList7"/>
    <dgm:cxn modelId="{15971394-DF8C-4850-99CD-56CE01453D2C}" type="presParOf" srcId="{B1E801CF-2AF3-4086-ABC0-4664D62810E9}" destId="{A0040BA7-BF78-491D-9620-8CDEED1AE62F}" srcOrd="1" destOrd="0" presId="urn:microsoft.com/office/officeart/2005/8/layout/hList7"/>
    <dgm:cxn modelId="{021090F1-0DA3-4A19-8546-DC68B15A9857}" type="presParOf" srcId="{B1E801CF-2AF3-4086-ABC0-4664D62810E9}" destId="{262A5485-3246-48ED-8302-1E576ACD9341}" srcOrd="2" destOrd="0" presId="urn:microsoft.com/office/officeart/2005/8/layout/hList7"/>
    <dgm:cxn modelId="{A9E074D9-630A-407D-9CA0-B1F141F697A5}" type="presParOf" srcId="{B1E801CF-2AF3-4086-ABC0-4664D62810E9}" destId="{76AB7872-B819-4169-8EDC-027A15C28013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22E489-5106-4F9B-A9E8-80C95ABC6DB4}">
      <dsp:nvSpPr>
        <dsp:cNvPr id="0" name=""/>
        <dsp:cNvSpPr/>
      </dsp:nvSpPr>
      <dsp:spPr>
        <a:xfrm rot="10800000">
          <a:off x="1757365" y="456"/>
          <a:ext cx="6393243" cy="58814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9357" tIns="106680" rIns="199136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>
              <a:solidFill>
                <a:schemeClr val="bg1"/>
              </a:solidFill>
            </a:rPr>
            <a:t>K Mahendra</a:t>
          </a:r>
        </a:p>
      </dsp:txBody>
      <dsp:txXfrm rot="10800000">
        <a:off x="1904402" y="456"/>
        <a:ext cx="6246206" cy="588147"/>
      </dsp:txXfrm>
    </dsp:sp>
    <dsp:sp modelId="{0A00FAEB-F949-441A-B847-6D608D438713}">
      <dsp:nvSpPr>
        <dsp:cNvPr id="0" name=""/>
        <dsp:cNvSpPr/>
      </dsp:nvSpPr>
      <dsp:spPr>
        <a:xfrm>
          <a:off x="1458209" y="0"/>
          <a:ext cx="588147" cy="588147"/>
        </a:xfrm>
        <a:prstGeom prst="ellipse">
          <a:avLst/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20DFD8-A10C-4523-83EF-C5CB31E46710}">
      <dsp:nvSpPr>
        <dsp:cNvPr id="0" name=""/>
        <dsp:cNvSpPr/>
      </dsp:nvSpPr>
      <dsp:spPr>
        <a:xfrm rot="10800000">
          <a:off x="1757365" y="752907"/>
          <a:ext cx="6393243" cy="58814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9357" tIns="106680" rIns="199136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>
              <a:solidFill>
                <a:schemeClr val="bg1"/>
              </a:solidFill>
            </a:rPr>
            <a:t>Kishor Kumar</a:t>
          </a:r>
        </a:p>
      </dsp:txBody>
      <dsp:txXfrm rot="10800000">
        <a:off x="1904402" y="752907"/>
        <a:ext cx="6246206" cy="588147"/>
      </dsp:txXfrm>
    </dsp:sp>
    <dsp:sp modelId="{AFD5888E-A626-4396-ABB6-3C283E44DE78}">
      <dsp:nvSpPr>
        <dsp:cNvPr id="0" name=""/>
        <dsp:cNvSpPr/>
      </dsp:nvSpPr>
      <dsp:spPr>
        <a:xfrm>
          <a:off x="1463291" y="752907"/>
          <a:ext cx="588147" cy="588147"/>
        </a:xfrm>
        <a:prstGeom prst="ellipse">
          <a:avLst/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3DF2C2-E622-449A-A41E-517E5A41A68C}">
      <dsp:nvSpPr>
        <dsp:cNvPr id="0" name=""/>
        <dsp:cNvSpPr/>
      </dsp:nvSpPr>
      <dsp:spPr>
        <a:xfrm rot="10800000">
          <a:off x="1757365" y="1505357"/>
          <a:ext cx="6393243" cy="58814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9357" tIns="106680" rIns="199136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>
              <a:solidFill>
                <a:schemeClr val="bg1"/>
              </a:solidFill>
            </a:rPr>
            <a:t>B Veeranjaneyulu</a:t>
          </a:r>
        </a:p>
      </dsp:txBody>
      <dsp:txXfrm rot="10800000">
        <a:off x="1904402" y="1505357"/>
        <a:ext cx="6246206" cy="588147"/>
      </dsp:txXfrm>
    </dsp:sp>
    <dsp:sp modelId="{54AB1939-D6EF-4800-A166-F865690D8734}">
      <dsp:nvSpPr>
        <dsp:cNvPr id="0" name=""/>
        <dsp:cNvSpPr/>
      </dsp:nvSpPr>
      <dsp:spPr>
        <a:xfrm>
          <a:off x="1463291" y="1505357"/>
          <a:ext cx="588147" cy="588147"/>
        </a:xfrm>
        <a:prstGeom prst="ellipse">
          <a:avLst/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62A0B4-5D5B-4973-8203-DCEF5F3F035B}">
      <dsp:nvSpPr>
        <dsp:cNvPr id="0" name=""/>
        <dsp:cNvSpPr/>
      </dsp:nvSpPr>
      <dsp:spPr>
        <a:xfrm rot="10800000">
          <a:off x="1757365" y="2257808"/>
          <a:ext cx="6393243" cy="58814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9357" tIns="106680" rIns="199136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>
              <a:solidFill>
                <a:schemeClr val="bg1"/>
              </a:solidFill>
            </a:rPr>
            <a:t>Kanika Sharma</a:t>
          </a:r>
        </a:p>
      </dsp:txBody>
      <dsp:txXfrm rot="10800000">
        <a:off x="1904402" y="2257808"/>
        <a:ext cx="6246206" cy="588147"/>
      </dsp:txXfrm>
    </dsp:sp>
    <dsp:sp modelId="{2E9A8D3B-A495-4553-90A6-4D29F86E9D1E}">
      <dsp:nvSpPr>
        <dsp:cNvPr id="0" name=""/>
        <dsp:cNvSpPr/>
      </dsp:nvSpPr>
      <dsp:spPr>
        <a:xfrm>
          <a:off x="1463291" y="2257808"/>
          <a:ext cx="588147" cy="588147"/>
        </a:xfrm>
        <a:prstGeom prst="ellipse">
          <a:avLst/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152362-D6B3-45B8-A713-1AB4D010FAEE}">
      <dsp:nvSpPr>
        <dsp:cNvPr id="0" name=""/>
        <dsp:cNvSpPr/>
      </dsp:nvSpPr>
      <dsp:spPr>
        <a:xfrm rot="10800000">
          <a:off x="1757365" y="3010259"/>
          <a:ext cx="6393243" cy="58814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9357" tIns="106680" rIns="199136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>
              <a:solidFill>
                <a:schemeClr val="bg1"/>
              </a:solidFill>
            </a:rPr>
            <a:t>E Jyothi</a:t>
          </a:r>
        </a:p>
      </dsp:txBody>
      <dsp:txXfrm rot="10800000">
        <a:off x="1904402" y="3010259"/>
        <a:ext cx="6246206" cy="588147"/>
      </dsp:txXfrm>
    </dsp:sp>
    <dsp:sp modelId="{4300260D-3F37-40FE-99CD-0A174CA0451F}">
      <dsp:nvSpPr>
        <dsp:cNvPr id="0" name=""/>
        <dsp:cNvSpPr/>
      </dsp:nvSpPr>
      <dsp:spPr>
        <a:xfrm>
          <a:off x="1463291" y="3010259"/>
          <a:ext cx="588147" cy="588147"/>
        </a:xfrm>
        <a:prstGeom prst="ellipse">
          <a:avLst/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9828FA-F5DF-4EEC-9CCA-1C2C5B5577FC}">
      <dsp:nvSpPr>
        <dsp:cNvPr id="0" name=""/>
        <dsp:cNvSpPr/>
      </dsp:nvSpPr>
      <dsp:spPr>
        <a:xfrm>
          <a:off x="0" y="0"/>
          <a:ext cx="9613900" cy="1619488"/>
        </a:xfrm>
        <a:prstGeom prst="roundRect">
          <a:avLst>
            <a:gd name="adj" fmla="val 10000"/>
          </a:avLst>
        </a:prstGeom>
        <a:solidFill>
          <a:schemeClr val="bg2">
            <a:alpha val="9000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D49DB2-26D2-436A-8ED2-98BEAECAFF96}">
      <dsp:nvSpPr>
        <dsp:cNvPr id="0" name=""/>
        <dsp:cNvSpPr/>
      </dsp:nvSpPr>
      <dsp:spPr>
        <a:xfrm>
          <a:off x="291064" y="215931"/>
          <a:ext cx="2100411" cy="1187624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4C2C6D-6AE3-48FE-B67B-111AC18ED3ED}">
      <dsp:nvSpPr>
        <dsp:cNvPr id="0" name=""/>
        <dsp:cNvSpPr/>
      </dsp:nvSpPr>
      <dsp:spPr>
        <a:xfrm rot="10800000">
          <a:off x="291064" y="1619488"/>
          <a:ext cx="2100411" cy="1979374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 dirty="0">
              <a:solidFill>
                <a:schemeClr val="bg1"/>
              </a:solidFill>
            </a:rPr>
            <a:t>Analyzed sales data using Excel, SQL, Tableau, and Power BI. </a:t>
          </a:r>
          <a:endParaRPr lang="en-IN" sz="2000" b="1" kern="1200" dirty="0">
            <a:solidFill>
              <a:schemeClr val="bg1"/>
            </a:solidFill>
          </a:endParaRPr>
        </a:p>
      </dsp:txBody>
      <dsp:txXfrm rot="10800000">
        <a:off x="351937" y="1619488"/>
        <a:ext cx="1978665" cy="1918501"/>
      </dsp:txXfrm>
    </dsp:sp>
    <dsp:sp modelId="{1151A6E7-1045-4092-B804-4942389C0AEB}">
      <dsp:nvSpPr>
        <dsp:cNvPr id="0" name=""/>
        <dsp:cNvSpPr/>
      </dsp:nvSpPr>
      <dsp:spPr>
        <a:xfrm>
          <a:off x="2601517" y="215931"/>
          <a:ext cx="2100411" cy="1187624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alpha val="90000"/>
            <a:hueOff val="27650"/>
            <a:satOff val="-1027"/>
            <a:lumOff val="3507"/>
            <a:alphaOff val="-13333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5C6F8E-D9ED-495E-8BC8-B9598F1B515B}">
      <dsp:nvSpPr>
        <dsp:cNvPr id="0" name=""/>
        <dsp:cNvSpPr/>
      </dsp:nvSpPr>
      <dsp:spPr>
        <a:xfrm rot="10800000">
          <a:off x="2601517" y="1619488"/>
          <a:ext cx="2100411" cy="1979374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alpha val="90000"/>
            <a:hueOff val="0"/>
            <a:satOff val="0"/>
            <a:lumOff val="0"/>
            <a:alphaOff val="-13333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 dirty="0">
              <a:solidFill>
                <a:schemeClr val="bg1"/>
              </a:solidFill>
            </a:rPr>
            <a:t>Cleaned and transformed the data to ensure accuracy and </a:t>
          </a:r>
          <a:r>
            <a:rPr lang="en-US" sz="2000" b="1" i="0" kern="1200" baseline="0" dirty="0">
              <a:solidFill>
                <a:schemeClr val="bg1"/>
              </a:solidFill>
              <a:latin typeface="Trebuchet MS" panose="020B0603020202020204"/>
              <a:ea typeface="+mn-ea"/>
              <a:cs typeface="+mn-cs"/>
            </a:rPr>
            <a:t>consistency</a:t>
          </a:r>
          <a:r>
            <a:rPr lang="en-US" sz="2000" b="1" i="0" kern="1200" baseline="0" dirty="0">
              <a:solidFill>
                <a:schemeClr val="bg1"/>
              </a:solidFill>
            </a:rPr>
            <a:t>. </a:t>
          </a:r>
          <a:endParaRPr lang="en-IN" sz="2000" b="1" kern="1200" dirty="0">
            <a:solidFill>
              <a:schemeClr val="bg1"/>
            </a:solidFill>
          </a:endParaRPr>
        </a:p>
      </dsp:txBody>
      <dsp:txXfrm rot="10800000">
        <a:off x="2662390" y="1619488"/>
        <a:ext cx="1978665" cy="1918501"/>
      </dsp:txXfrm>
    </dsp:sp>
    <dsp:sp modelId="{C367D2E6-2BAA-49F2-9677-1358B8A5BBAC}">
      <dsp:nvSpPr>
        <dsp:cNvPr id="0" name=""/>
        <dsp:cNvSpPr/>
      </dsp:nvSpPr>
      <dsp:spPr>
        <a:xfrm>
          <a:off x="4911970" y="215931"/>
          <a:ext cx="2100411" cy="1187624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alpha val="90000"/>
            <a:hueOff val="55299"/>
            <a:satOff val="-2054"/>
            <a:lumOff val="7013"/>
            <a:alphaOff val="-26667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0B9572-529C-4CF6-8DFB-E579838D207B}">
      <dsp:nvSpPr>
        <dsp:cNvPr id="0" name=""/>
        <dsp:cNvSpPr/>
      </dsp:nvSpPr>
      <dsp:spPr>
        <a:xfrm rot="10800000">
          <a:off x="4911970" y="1619488"/>
          <a:ext cx="2100411" cy="1979374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alpha val="90000"/>
            <a:hueOff val="0"/>
            <a:satOff val="0"/>
            <a:lumOff val="0"/>
            <a:alphaOff val="-26667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 dirty="0">
              <a:solidFill>
                <a:schemeClr val="bg1"/>
              </a:solidFill>
            </a:rPr>
            <a:t>Created KPIs, charts, and interactive dashboards for data visualization.</a:t>
          </a:r>
          <a:r>
            <a:rPr lang="en-US" sz="2000" b="1" i="0" kern="1200" baseline="0" dirty="0"/>
            <a:t> </a:t>
          </a:r>
          <a:endParaRPr lang="en-IN" sz="2000" b="1" kern="1200" dirty="0"/>
        </a:p>
      </dsp:txBody>
      <dsp:txXfrm rot="10800000">
        <a:off x="4972843" y="1619488"/>
        <a:ext cx="1978665" cy="1918501"/>
      </dsp:txXfrm>
    </dsp:sp>
    <dsp:sp modelId="{1CC1E3CA-054B-42E4-9F73-6DEB18E93147}">
      <dsp:nvSpPr>
        <dsp:cNvPr id="0" name=""/>
        <dsp:cNvSpPr/>
      </dsp:nvSpPr>
      <dsp:spPr>
        <a:xfrm>
          <a:off x="7222423" y="215931"/>
          <a:ext cx="2100411" cy="1187624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alpha val="90000"/>
            <a:hueOff val="82949"/>
            <a:satOff val="-3081"/>
            <a:lumOff val="10520"/>
            <a:alphaOff val="-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147CC2-501F-4689-AA81-07F7CD741E84}">
      <dsp:nvSpPr>
        <dsp:cNvPr id="0" name=""/>
        <dsp:cNvSpPr/>
      </dsp:nvSpPr>
      <dsp:spPr>
        <a:xfrm rot="10800000">
          <a:off x="7222423" y="1619488"/>
          <a:ext cx="2100411" cy="1979374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 dirty="0">
              <a:solidFill>
                <a:schemeClr val="bg1"/>
              </a:solidFill>
            </a:rPr>
            <a:t>Generated meaningful business insights to support data-driven decision-making. </a:t>
          </a:r>
          <a:endParaRPr lang="en-IN" sz="1800" b="1" kern="1200" dirty="0">
            <a:solidFill>
              <a:schemeClr val="bg1"/>
            </a:solidFill>
          </a:endParaRPr>
        </a:p>
      </dsp:txBody>
      <dsp:txXfrm rot="10800000">
        <a:off x="7283296" y="1619488"/>
        <a:ext cx="1978665" cy="191850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B67A31-D684-47C3-B9AB-0EEBCC1F4A77}">
      <dsp:nvSpPr>
        <dsp:cNvPr id="0" name=""/>
        <dsp:cNvSpPr/>
      </dsp:nvSpPr>
      <dsp:spPr>
        <a:xfrm rot="16200000">
          <a:off x="-888270" y="893434"/>
          <a:ext cx="3598863" cy="1811994"/>
        </a:xfrm>
        <a:prstGeom prst="flowChartManualOperation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alpha val="90000"/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650" tIns="0" rIns="12065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 dirty="0">
              <a:solidFill>
                <a:schemeClr val="bg1"/>
              </a:solidFill>
            </a:rPr>
            <a:t>Learned SQL for data extraction and data manipulation.</a:t>
          </a:r>
          <a:r>
            <a:rPr lang="en-US" sz="1900" b="1" i="0" kern="1200" baseline="0" dirty="0"/>
            <a:t> </a:t>
          </a:r>
          <a:endParaRPr lang="en-IN" sz="1900" b="1" kern="1200" dirty="0"/>
        </a:p>
      </dsp:txBody>
      <dsp:txXfrm rot="5400000">
        <a:off x="5164" y="719773"/>
        <a:ext cx="1811994" cy="2159317"/>
      </dsp:txXfrm>
    </dsp:sp>
    <dsp:sp modelId="{6661EA99-F49C-4814-8C61-58CCCD1D09D2}">
      <dsp:nvSpPr>
        <dsp:cNvPr id="0" name=""/>
        <dsp:cNvSpPr/>
      </dsp:nvSpPr>
      <dsp:spPr>
        <a:xfrm rot="16200000">
          <a:off x="1059624" y="893434"/>
          <a:ext cx="3598863" cy="1811994"/>
        </a:xfrm>
        <a:prstGeom prst="flowChartManualOperation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10000"/>
                <a:tint val="94000"/>
                <a:satMod val="103000"/>
                <a:lumMod val="102000"/>
              </a:schemeClr>
            </a:gs>
            <a:gs pos="50000">
              <a:schemeClr val="accent1">
                <a:alpha val="90000"/>
                <a:hueOff val="0"/>
                <a:satOff val="0"/>
                <a:lumOff val="0"/>
                <a:alphaOff val="-10000"/>
                <a:shade val="100000"/>
                <a:satMod val="110000"/>
                <a:lumMod val="10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1000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430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 dirty="0">
              <a:solidFill>
                <a:schemeClr val="bg1"/>
              </a:solidFill>
            </a:rPr>
            <a:t>Used Excel formulas, Pivot </a:t>
          </a:r>
          <a:r>
            <a:rPr lang="en-US" sz="1900" b="1" i="0" kern="1200" baseline="0" dirty="0">
              <a:solidFill>
                <a:schemeClr val="bg1"/>
              </a:solidFill>
              <a:latin typeface="Trebuchet MS" panose="020B0603020202020204"/>
              <a:ea typeface="+mn-ea"/>
              <a:cs typeface="+mn-cs"/>
            </a:rPr>
            <a:t>Tables</a:t>
          </a:r>
          <a:r>
            <a:rPr lang="en-US" sz="1800" b="1" i="0" kern="1200" baseline="0" dirty="0">
              <a:solidFill>
                <a:schemeClr val="bg1"/>
              </a:solidFill>
            </a:rPr>
            <a:t>, and charts for analysis.</a:t>
          </a:r>
          <a:r>
            <a:rPr lang="en-US" sz="1800" b="1" i="0" kern="1200" baseline="0" dirty="0"/>
            <a:t> </a:t>
          </a:r>
          <a:endParaRPr lang="en-IN" sz="1800" b="1" kern="1200" dirty="0"/>
        </a:p>
      </dsp:txBody>
      <dsp:txXfrm rot="5400000">
        <a:off x="1953058" y="719773"/>
        <a:ext cx="1811994" cy="2159317"/>
      </dsp:txXfrm>
    </dsp:sp>
    <dsp:sp modelId="{06952434-B1FD-425D-8DA4-429CF7FFCBA3}">
      <dsp:nvSpPr>
        <dsp:cNvPr id="0" name=""/>
        <dsp:cNvSpPr/>
      </dsp:nvSpPr>
      <dsp:spPr>
        <a:xfrm rot="16200000">
          <a:off x="3007518" y="893434"/>
          <a:ext cx="3598863" cy="1811994"/>
        </a:xfrm>
        <a:prstGeom prst="flowChartManualOperation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20000"/>
                <a:tint val="94000"/>
                <a:satMod val="103000"/>
                <a:lumMod val="102000"/>
              </a:schemeClr>
            </a:gs>
            <a:gs pos="50000">
              <a:schemeClr val="accent1">
                <a:alpha val="90000"/>
                <a:hueOff val="0"/>
                <a:satOff val="0"/>
                <a:lumOff val="0"/>
                <a:alphaOff val="-20000"/>
                <a:shade val="100000"/>
                <a:satMod val="110000"/>
                <a:lumMod val="10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2000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5159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 dirty="0">
              <a:solidFill>
                <a:schemeClr val="bg1"/>
              </a:solidFill>
            </a:rPr>
            <a:t>Built interactive dashboards in Tableau. </a:t>
          </a:r>
          <a:endParaRPr lang="en-IN" sz="1800" b="1" kern="1200" dirty="0">
            <a:solidFill>
              <a:schemeClr val="bg1"/>
            </a:solidFill>
          </a:endParaRPr>
        </a:p>
      </dsp:txBody>
      <dsp:txXfrm rot="5400000">
        <a:off x="3900952" y="719773"/>
        <a:ext cx="1811994" cy="2159317"/>
      </dsp:txXfrm>
    </dsp:sp>
    <dsp:sp modelId="{FD5A36DB-AF1D-46A0-9E5E-F2DAC7ED221C}">
      <dsp:nvSpPr>
        <dsp:cNvPr id="0" name=""/>
        <dsp:cNvSpPr/>
      </dsp:nvSpPr>
      <dsp:spPr>
        <a:xfrm rot="16200000">
          <a:off x="4955412" y="893434"/>
          <a:ext cx="3598863" cy="1811994"/>
        </a:xfrm>
        <a:prstGeom prst="flowChartManualOperation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30000"/>
                <a:tint val="94000"/>
                <a:satMod val="103000"/>
                <a:lumMod val="102000"/>
              </a:schemeClr>
            </a:gs>
            <a:gs pos="50000">
              <a:schemeClr val="accent1">
                <a:alpha val="90000"/>
                <a:hueOff val="0"/>
                <a:satOff val="0"/>
                <a:lumOff val="0"/>
                <a:alphaOff val="-30000"/>
                <a:shade val="100000"/>
                <a:satMod val="110000"/>
                <a:lumMod val="10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3000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5159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 dirty="0">
              <a:solidFill>
                <a:schemeClr val="bg1"/>
              </a:solidFill>
            </a:rPr>
            <a:t>Created Power BI dashboards using DAX and visualizations. </a:t>
          </a:r>
          <a:endParaRPr lang="en-IN" sz="1800" b="1" kern="1200" dirty="0">
            <a:solidFill>
              <a:schemeClr val="bg1"/>
            </a:solidFill>
          </a:endParaRPr>
        </a:p>
      </dsp:txBody>
      <dsp:txXfrm rot="5400000">
        <a:off x="5848846" y="719773"/>
        <a:ext cx="1811994" cy="2159317"/>
      </dsp:txXfrm>
    </dsp:sp>
    <dsp:sp modelId="{8F70E74D-ADFC-4557-ABB6-C4E0F7DFBB2F}">
      <dsp:nvSpPr>
        <dsp:cNvPr id="0" name=""/>
        <dsp:cNvSpPr/>
      </dsp:nvSpPr>
      <dsp:spPr>
        <a:xfrm rot="16200000">
          <a:off x="6903307" y="893434"/>
          <a:ext cx="3598863" cy="1811994"/>
        </a:xfrm>
        <a:prstGeom prst="flowChartManualOperation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40000"/>
                <a:tint val="94000"/>
                <a:satMod val="103000"/>
                <a:lumMod val="102000"/>
              </a:schemeClr>
            </a:gs>
            <a:gs pos="50000">
              <a:schemeClr val="accent1">
                <a:alpha val="90000"/>
                <a:hueOff val="0"/>
                <a:satOff val="0"/>
                <a:lumOff val="0"/>
                <a:alphaOff val="-40000"/>
                <a:shade val="100000"/>
                <a:satMod val="110000"/>
                <a:lumMod val="10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4000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5159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 dirty="0">
              <a:solidFill>
                <a:schemeClr val="bg1"/>
              </a:solidFill>
            </a:rPr>
            <a:t>Improved data analysis and data storytelling skills. </a:t>
          </a:r>
          <a:endParaRPr lang="en-IN" sz="1800" b="1" kern="1200" dirty="0">
            <a:solidFill>
              <a:schemeClr val="bg1"/>
            </a:solidFill>
          </a:endParaRPr>
        </a:p>
      </dsp:txBody>
      <dsp:txXfrm rot="5400000">
        <a:off x="7796741" y="719773"/>
        <a:ext cx="1811994" cy="215931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CE1CC4-2DB2-4038-996C-4C475688C2F3}">
      <dsp:nvSpPr>
        <dsp:cNvPr id="0" name=""/>
        <dsp:cNvSpPr/>
      </dsp:nvSpPr>
      <dsp:spPr>
        <a:xfrm>
          <a:off x="0" y="0"/>
          <a:ext cx="1679342" cy="35993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 dirty="0">
              <a:solidFill>
                <a:schemeClr val="bg1"/>
              </a:solidFill>
            </a:rPr>
            <a:t>Sales increased over the years. </a:t>
          </a:r>
          <a:endParaRPr lang="en-IN" sz="1800" b="1" kern="1200" dirty="0">
            <a:solidFill>
              <a:schemeClr val="bg1"/>
            </a:solidFill>
          </a:endParaRPr>
        </a:p>
      </dsp:txBody>
      <dsp:txXfrm>
        <a:off x="0" y="1439726"/>
        <a:ext cx="1679342" cy="1439726"/>
      </dsp:txXfrm>
    </dsp:sp>
    <dsp:sp modelId="{970AD17E-6A67-4B6B-9681-C6CA535D97EC}">
      <dsp:nvSpPr>
        <dsp:cNvPr id="0" name=""/>
        <dsp:cNvSpPr/>
      </dsp:nvSpPr>
      <dsp:spPr>
        <a:xfrm>
          <a:off x="240384" y="215958"/>
          <a:ext cx="1198572" cy="1198572"/>
        </a:xfrm>
        <a:prstGeom prst="ellipse">
          <a:avLst/>
        </a:prstGeom>
        <a:solidFill>
          <a:schemeClr val="tx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181E9C9-E304-46C2-86ED-F0C7964AFBF6}">
      <dsp:nvSpPr>
        <dsp:cNvPr id="0" name=""/>
        <dsp:cNvSpPr/>
      </dsp:nvSpPr>
      <dsp:spPr>
        <a:xfrm>
          <a:off x="1729722" y="0"/>
          <a:ext cx="1679342" cy="35993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 dirty="0">
              <a:solidFill>
                <a:schemeClr val="bg1"/>
              </a:solidFill>
            </a:rPr>
            <a:t>Some regions generated higher revenue.</a:t>
          </a:r>
          <a:r>
            <a:rPr lang="en-US" sz="1700" b="0" i="0" kern="1200" baseline="0" dirty="0">
              <a:solidFill>
                <a:schemeClr val="bg1"/>
              </a:solidFill>
            </a:rPr>
            <a:t> </a:t>
          </a:r>
          <a:endParaRPr lang="en-IN" sz="1700" kern="1200" dirty="0">
            <a:solidFill>
              <a:schemeClr val="bg1"/>
            </a:solidFill>
          </a:endParaRPr>
        </a:p>
      </dsp:txBody>
      <dsp:txXfrm>
        <a:off x="1729722" y="1439726"/>
        <a:ext cx="1679342" cy="1439726"/>
      </dsp:txXfrm>
    </dsp:sp>
    <dsp:sp modelId="{C971F78C-0A59-444B-BBB3-9196CCF56746}">
      <dsp:nvSpPr>
        <dsp:cNvPr id="0" name=""/>
        <dsp:cNvSpPr/>
      </dsp:nvSpPr>
      <dsp:spPr>
        <a:xfrm>
          <a:off x="1970107" y="215958"/>
          <a:ext cx="1198572" cy="1198572"/>
        </a:xfrm>
        <a:prstGeom prst="ellipse">
          <a:avLst/>
        </a:prstGeom>
        <a:solidFill>
          <a:schemeClr val="tx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A3126A2-20D2-4DA2-92E4-384086E97D5C}">
      <dsp:nvSpPr>
        <dsp:cNvPr id="0" name=""/>
        <dsp:cNvSpPr/>
      </dsp:nvSpPr>
      <dsp:spPr>
        <a:xfrm>
          <a:off x="3459444" y="0"/>
          <a:ext cx="1679342" cy="35993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 dirty="0">
              <a:solidFill>
                <a:schemeClr val="bg1"/>
              </a:solidFill>
            </a:rPr>
            <a:t>A few products contributed the highest sales. </a:t>
          </a:r>
          <a:endParaRPr lang="en-IN" sz="1800" b="1" kern="1200" dirty="0">
            <a:solidFill>
              <a:schemeClr val="bg1"/>
            </a:solidFill>
          </a:endParaRPr>
        </a:p>
      </dsp:txBody>
      <dsp:txXfrm>
        <a:off x="3459444" y="1439726"/>
        <a:ext cx="1679342" cy="1439726"/>
      </dsp:txXfrm>
    </dsp:sp>
    <dsp:sp modelId="{3967F7D0-6626-4DF1-A79E-25A8A7386A00}">
      <dsp:nvSpPr>
        <dsp:cNvPr id="0" name=""/>
        <dsp:cNvSpPr/>
      </dsp:nvSpPr>
      <dsp:spPr>
        <a:xfrm>
          <a:off x="3699829" y="215958"/>
          <a:ext cx="1198572" cy="1198572"/>
        </a:xfrm>
        <a:prstGeom prst="ellipse">
          <a:avLst/>
        </a:prstGeom>
        <a:solidFill>
          <a:schemeClr val="tx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96B75D8-E472-470E-BFA2-F2491524B7A5}">
      <dsp:nvSpPr>
        <dsp:cNvPr id="0" name=""/>
        <dsp:cNvSpPr/>
      </dsp:nvSpPr>
      <dsp:spPr>
        <a:xfrm>
          <a:off x="5189167" y="0"/>
          <a:ext cx="1679342" cy="35993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 dirty="0">
              <a:solidFill>
                <a:schemeClr val="bg1"/>
              </a:solidFill>
            </a:rPr>
            <a:t>Profit margins varied across products</a:t>
          </a:r>
          <a:r>
            <a:rPr lang="en-US" sz="1800" b="0" i="0" kern="1200" baseline="0" dirty="0">
              <a:solidFill>
                <a:schemeClr val="bg1"/>
              </a:solidFill>
            </a:rPr>
            <a:t>. </a:t>
          </a:r>
          <a:endParaRPr lang="en-IN" sz="1800" kern="1200" dirty="0">
            <a:solidFill>
              <a:schemeClr val="bg1"/>
            </a:solidFill>
          </a:endParaRPr>
        </a:p>
      </dsp:txBody>
      <dsp:txXfrm>
        <a:off x="5189167" y="1439726"/>
        <a:ext cx="1679342" cy="1439726"/>
      </dsp:txXfrm>
    </dsp:sp>
    <dsp:sp modelId="{96D157A2-2EF6-4630-AB8B-0914F74D4EF3}">
      <dsp:nvSpPr>
        <dsp:cNvPr id="0" name=""/>
        <dsp:cNvSpPr/>
      </dsp:nvSpPr>
      <dsp:spPr>
        <a:xfrm>
          <a:off x="5429552" y="215958"/>
          <a:ext cx="1198572" cy="1198572"/>
        </a:xfrm>
        <a:prstGeom prst="ellipse">
          <a:avLst/>
        </a:prstGeom>
        <a:solidFill>
          <a:schemeClr val="tx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0EB5DDF-8336-4CCA-8A09-FCA6CCA06A39}">
      <dsp:nvSpPr>
        <dsp:cNvPr id="0" name=""/>
        <dsp:cNvSpPr/>
      </dsp:nvSpPr>
      <dsp:spPr>
        <a:xfrm>
          <a:off x="6918889" y="0"/>
          <a:ext cx="1679342" cy="35993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 dirty="0">
              <a:solidFill>
                <a:schemeClr val="bg1"/>
              </a:solidFill>
            </a:rPr>
            <a:t>Monthly sales showed seasonal trends. </a:t>
          </a:r>
          <a:endParaRPr lang="en-IN" sz="1800" b="1" kern="1200" dirty="0">
            <a:solidFill>
              <a:schemeClr val="bg1"/>
            </a:solidFill>
          </a:endParaRPr>
        </a:p>
      </dsp:txBody>
      <dsp:txXfrm>
        <a:off x="6918889" y="1439726"/>
        <a:ext cx="1679342" cy="1439726"/>
      </dsp:txXfrm>
    </dsp:sp>
    <dsp:sp modelId="{76AB7872-B819-4169-8EDC-027A15C28013}">
      <dsp:nvSpPr>
        <dsp:cNvPr id="0" name=""/>
        <dsp:cNvSpPr/>
      </dsp:nvSpPr>
      <dsp:spPr>
        <a:xfrm>
          <a:off x="7159274" y="215958"/>
          <a:ext cx="1198572" cy="1198572"/>
        </a:xfrm>
        <a:prstGeom prst="ellipse">
          <a:avLst/>
        </a:prstGeom>
        <a:solidFill>
          <a:schemeClr val="tx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4F27FB2-7F10-45F8-8F8D-7773BD849283}">
      <dsp:nvSpPr>
        <dsp:cNvPr id="0" name=""/>
        <dsp:cNvSpPr/>
      </dsp:nvSpPr>
      <dsp:spPr>
        <a:xfrm>
          <a:off x="343929" y="2879452"/>
          <a:ext cx="7910373" cy="539897"/>
        </a:xfrm>
        <a:prstGeom prst="leftRightArrow">
          <a:avLst/>
        </a:prstGeom>
        <a:solidFill>
          <a:srgbClr val="60A50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List2">
  <dgm:title val=""/>
  <dgm:desc val=""/>
  <dgm:catLst>
    <dgm:cat type="list" pri="11000"/>
    <dgm:cat type="picture" pri="24000"/>
    <dgm:cat type="pictureconvert" pri="2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bkgdShp" refType="w"/>
      <dgm:constr type="h" for="ch" forName="bkgdShp" refType="h" fact="0.45"/>
      <dgm:constr type="t" for="ch" forName="bkgdShp"/>
      <dgm:constr type="w" for="ch" forName="linComp" refType="w" fact="0.94"/>
      <dgm:constr type="h" for="ch" forName="linComp" refType="h"/>
      <dgm:constr type="ctrX" for="ch" forName="linComp" refType="w" fact="0.5"/>
    </dgm:constrLst>
    <dgm:ruleLst/>
    <dgm:choose name="Name1">
      <dgm:if name="Name2" axis="ch" ptType="node" func="cnt" op="gte" val="1">
        <dgm:layoutNode name="bkgdShp" styleLbl="alignAccFollow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linComp">
          <dgm:choose name="Name3">
            <dgm:if name="Name4" func="var" arg="dir" op="equ" val="norm">
              <dgm:alg type="lin"/>
            </dgm:if>
            <dgm:else name="Name5">
              <dgm:alg type="lin">
                <dgm:param type="linDir" val="from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w" for="ch" forName="compNode" refType="w"/>
            <dgm:constr type="h" for="ch" forName="compNode" refType="h"/>
            <dgm:constr type="w" for="ch" ptType="sibTrans" refType="w" refFor="ch" refForName="compNode" fact="0.1"/>
            <dgm:constr type="h" for="ch" ptType="sibTrans" op="equ"/>
            <dgm:constr type="h" for="ch" forName="compNode" op="equ"/>
            <dgm:constr type="primFontSz" for="des" forName="node" op="equ"/>
          </dgm:constrLst>
          <dgm:ruleLst/>
          <dgm:forEach name="nodesForEach" axis="ch" ptType="node">
            <dgm:layoutNode name="compNode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node" refType="w"/>
                <dgm:constr type="h" for="ch" forName="node" refType="h" fact="0.55"/>
                <dgm:constr type="b" for="ch" forName="node" refType="h"/>
                <dgm:constr type="w" for="ch" forName="invisiNode" refType="w" fact="0.75"/>
                <dgm:constr type="h" for="ch" forName="invisiNode" refType="h" fact="0.06"/>
                <dgm:constr type="t" for="ch" forName="invisiNode"/>
                <dgm:constr type="w" for="ch" forName="imagNode" refType="w"/>
                <dgm:constr type="h" for="ch" forName="imagNode" refType="h" fact="0.33"/>
                <dgm:constr type="ctrX" for="ch" forName="imagNode" refType="w" fact="0.5"/>
                <dgm:constr type="t" for="ch" forName="imagNode" refType="h" fact="0.06"/>
              </dgm:constrLst>
              <dgm:ruleLst/>
              <dgm:layoutNode name="node" styleLbl="node1">
                <dgm:varLst>
                  <dgm:bulletEnabled val="1"/>
                </dgm:varLst>
                <dgm:alg type="tx">
                  <dgm:param type="txAnchorVert" val="t"/>
                </dgm:alg>
                <dgm:shape xmlns:r="http://schemas.openxmlformats.org/officeDocument/2006/relationships" rot="180" type="round2Same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primFontSz" val="65"/>
                </dgm:constrLst>
                <dgm:ruleLst>
                  <dgm:rule type="primFontSz" val="5" fact="NaN" max="NaN"/>
                </dgm:ruleLst>
              </dgm:layoutNode>
              <dgm:layoutNode name="invisiNode">
                <dgm:alg type="sp"/>
                <dgm:shape xmlns:r="http://schemas.openxmlformats.org/officeDocument/2006/relationships" type="roundRect" r:blip="" hideGeom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  <dgm:layoutNode name="imagNode" styleLbl="fgImgPlace1">
                <dgm:alg type="sp"/>
                <dgm:shape xmlns:r="http://schemas.openxmlformats.org/officeDocument/2006/relationships" type="roundRect" r:blip="" zOrderOff="-2" blipPhldr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</dgm:layoutNode>
            <dgm:forEach name="sibTransForEach" axis="followSib" ptType="sibTrans" cnt="1">
              <dgm:layoutNode name="sibTrans">
                <dgm:alg type="sp"/>
                <dgm:shape xmlns:r="http://schemas.openxmlformats.org/officeDocument/2006/relationships" type="rect" r:blip="" hideGeom="1">
                  <dgm:adjLst/>
                </dgm:shape>
                <dgm:presOf axis="self"/>
                <dgm:constrLst/>
                <dgm:ruleLst/>
              </dgm:layoutNode>
            </dgm:forEach>
          </dgm:forEach>
        </dgm:layoutNode>
      </dgm:if>
      <dgm:else name="Name6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5F52C4-C3CA-4FFC-8021-F82913A34F4C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408316-9B07-4213-8DB7-B5D684CAED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6673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08316-9B07-4213-8DB7-B5D684CAEDED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4717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9ABF6-11C7-4CA3-AAC3-BEC24F3B0A31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B3BF6A2D-4DA7-4D40-B1BB-B900CE4BA9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414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9ABF6-11C7-4CA3-AAC3-BEC24F3B0A31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F6A2D-4DA7-4D40-B1BB-B900CE4BA9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9471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9ABF6-11C7-4CA3-AAC3-BEC24F3B0A31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B3BF6A2D-4DA7-4D40-B1BB-B900CE4BA9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5421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9ABF6-11C7-4CA3-AAC3-BEC24F3B0A31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F6A2D-4DA7-4D40-B1BB-B900CE4BA9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3834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9ABF6-11C7-4CA3-AAC3-BEC24F3B0A31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F6A2D-4DA7-4D40-B1BB-B900CE4BA9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3518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9ABF6-11C7-4CA3-AAC3-BEC24F3B0A31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F6A2D-4DA7-4D40-B1BB-B900CE4BA9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428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9ABF6-11C7-4CA3-AAC3-BEC24F3B0A31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F6A2D-4DA7-4D40-B1BB-B900CE4BA9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9149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9ABF6-11C7-4CA3-AAC3-BEC24F3B0A31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F6A2D-4DA7-4D40-B1BB-B900CE4BA9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8922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9ABF6-11C7-4CA3-AAC3-BEC24F3B0A31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F6A2D-4DA7-4D40-B1BB-B900CE4BA9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0413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9ABF6-11C7-4CA3-AAC3-BEC24F3B0A31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B3BF6A2D-4DA7-4D40-B1BB-B900CE4BA9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5921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9ABF6-11C7-4CA3-AAC3-BEC24F3B0A31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B3BF6A2D-4DA7-4D40-B1BB-B900CE4BA9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08789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9ABF6-11C7-4CA3-AAC3-BEC24F3B0A31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B3BF6A2D-4DA7-4D40-B1BB-B900CE4BA99A}" type="slidenum">
              <a:rPr lang="en-IN" smtClean="0"/>
              <a:t>‹#›</a:t>
            </a:fld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649804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9ABF6-11C7-4CA3-AAC3-BEC24F3B0A31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B3BF6A2D-4DA7-4D40-B1BB-B900CE4BA9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4274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9ABF6-11C7-4CA3-AAC3-BEC24F3B0A31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F6A2D-4DA7-4D40-B1BB-B900CE4BA9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49178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9ABF6-11C7-4CA3-AAC3-BEC24F3B0A31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F6A2D-4DA7-4D40-B1BB-B900CE4BA9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67682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9ABF6-11C7-4CA3-AAC3-BEC24F3B0A31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F6A2D-4DA7-4D40-B1BB-B900CE4BA9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45397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2C59ABF6-11C7-4CA3-AAC3-BEC24F3B0A31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B3BF6A2D-4DA7-4D40-B1BB-B900CE4BA9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1112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59ABF6-11C7-4CA3-AAC3-BEC24F3B0A31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BF6A2D-4DA7-4D40-B1BB-B900CE4BA9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34011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105" r:id="rId1"/>
    <p:sldLayoutId id="2147484106" r:id="rId2"/>
    <p:sldLayoutId id="2147484107" r:id="rId3"/>
    <p:sldLayoutId id="2147484108" r:id="rId4"/>
    <p:sldLayoutId id="2147484109" r:id="rId5"/>
    <p:sldLayoutId id="2147484110" r:id="rId6"/>
    <p:sldLayoutId id="2147484111" r:id="rId7"/>
    <p:sldLayoutId id="2147484112" r:id="rId8"/>
    <p:sldLayoutId id="2147484113" r:id="rId9"/>
    <p:sldLayoutId id="2147484114" r:id="rId10"/>
    <p:sldLayoutId id="2147484115" r:id="rId11"/>
    <p:sldLayoutId id="2147484116" r:id="rId12"/>
    <p:sldLayoutId id="2147484117" r:id="rId13"/>
    <p:sldLayoutId id="2147484118" r:id="rId14"/>
    <p:sldLayoutId id="2147484119" r:id="rId15"/>
    <p:sldLayoutId id="2147484120" r:id="rId16"/>
    <p:sldLayoutId id="214748412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10" Type="http://schemas.openxmlformats.org/officeDocument/2006/relationships/image" Target="../media/image7.sv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iabac.org/blog/measuring-social-impact-with-data-analytics" TargetMode="External"/><Relationship Id="rId13" Type="http://schemas.openxmlformats.org/officeDocument/2006/relationships/image" Target="../media/image11.jpg"/><Relationship Id="rId3" Type="http://schemas.openxmlformats.org/officeDocument/2006/relationships/diagramLayout" Target="../diagrams/layout2.xml"/><Relationship Id="rId7" Type="http://schemas.openxmlformats.org/officeDocument/2006/relationships/image" Target="../media/image8.jpg"/><Relationship Id="rId12" Type="http://schemas.openxmlformats.org/officeDocument/2006/relationships/hyperlink" Target="https://skill.regis-training.co.uk/etl-use-of-ternary-operators-for-data-extraction-in-excel/" TargetMode="Externa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openxmlformats.org/officeDocument/2006/relationships/image" Target="../media/image10.jpg"/><Relationship Id="rId5" Type="http://schemas.openxmlformats.org/officeDocument/2006/relationships/diagramColors" Target="../diagrams/colors2.xml"/><Relationship Id="rId10" Type="http://schemas.openxmlformats.org/officeDocument/2006/relationships/hyperlink" Target="https://www.freepik.com/premium-vector/colorful-data-analytics-technology-icons_331808534.htm" TargetMode="External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9.jpg"/><Relationship Id="rId14" Type="http://schemas.openxmlformats.org/officeDocument/2006/relationships/hyperlink" Target="https://www.alamy.com/stock-photo/data-driven-visualization.html?imgt=8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vecteezy.com/png/19045387-increasing-stocks-icon-growing-graph-bar-chart" TargetMode="External"/><Relationship Id="rId13" Type="http://schemas.openxmlformats.org/officeDocument/2006/relationships/image" Target="../media/image18.png"/><Relationship Id="rId3" Type="http://schemas.openxmlformats.org/officeDocument/2006/relationships/hyperlink" Target="https://www.pngall.com/database-png/download/2277" TargetMode="External"/><Relationship Id="rId7" Type="http://schemas.openxmlformats.org/officeDocument/2006/relationships/image" Target="../media/image15.png"/><Relationship Id="rId12" Type="http://schemas.openxmlformats.org/officeDocument/2006/relationships/hyperlink" Target="https://ipxe.org/howto/winpe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vgsilh.com/image/2022440.html" TargetMode="External"/><Relationship Id="rId11" Type="http://schemas.openxmlformats.org/officeDocument/2006/relationships/image" Target="../media/image17.png"/><Relationship Id="rId5" Type="http://schemas.openxmlformats.org/officeDocument/2006/relationships/image" Target="../media/image14.svg"/><Relationship Id="rId10" Type="http://schemas.openxmlformats.org/officeDocument/2006/relationships/hyperlink" Target="https://openclipart.org/detail/59167/magnifying-glass-by-jhnri4" TargetMode="External"/><Relationship Id="rId4" Type="http://schemas.openxmlformats.org/officeDocument/2006/relationships/image" Target="../media/image13.png"/><Relationship Id="rId9" Type="http://schemas.openxmlformats.org/officeDocument/2006/relationships/image" Target="../media/image16.png"/><Relationship Id="rId14" Type="http://schemas.openxmlformats.org/officeDocument/2006/relationships/hyperlink" Target="https://freepngimg.com/png/62418-database-icons-virtual-servers-computer-private-server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://fermentationwineblog.com/2014/07/takes-grow-direct-consumer-wine-channel/" TargetMode="External"/><Relationship Id="rId13" Type="http://schemas.openxmlformats.org/officeDocument/2006/relationships/image" Target="../media/image26.jpg"/><Relationship Id="rId18" Type="http://schemas.openxmlformats.org/officeDocument/2006/relationships/image" Target="../media/image29.svg"/><Relationship Id="rId3" Type="http://schemas.openxmlformats.org/officeDocument/2006/relationships/diagramLayout" Target="../diagrams/layout4.xml"/><Relationship Id="rId7" Type="http://schemas.openxmlformats.org/officeDocument/2006/relationships/image" Target="../media/image23.jpeg"/><Relationship Id="rId12" Type="http://schemas.openxmlformats.org/officeDocument/2006/relationships/hyperlink" Target="https://lottiefiles.com/animation/electric-vehicle-charging-using-solar-plan-animation_4095808" TargetMode="External"/><Relationship Id="rId17" Type="http://schemas.openxmlformats.org/officeDocument/2006/relationships/image" Target="../media/image28.png"/><Relationship Id="rId2" Type="http://schemas.openxmlformats.org/officeDocument/2006/relationships/diagramData" Target="../diagrams/data4.xml"/><Relationship Id="rId16" Type="http://schemas.openxmlformats.org/officeDocument/2006/relationships/hyperlink" Target="https://www.vecteezy.com/vector-art/5482444-illustration-vector-graphic-cartoon-character-of-business-profit" TargetMode="Externa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11" Type="http://schemas.openxmlformats.org/officeDocument/2006/relationships/image" Target="../media/image25.png"/><Relationship Id="rId5" Type="http://schemas.openxmlformats.org/officeDocument/2006/relationships/diagramColors" Target="../diagrams/colors4.xml"/><Relationship Id="rId15" Type="http://schemas.openxmlformats.org/officeDocument/2006/relationships/image" Target="../media/image27.jpg"/><Relationship Id="rId10" Type="http://schemas.openxmlformats.org/officeDocument/2006/relationships/hyperlink" Target="https://courses.lumenlearning.com/atd-herkimer-worldgeography/chapter/4-2-united-states-early-development-and-globalization/" TargetMode="External"/><Relationship Id="rId4" Type="http://schemas.openxmlformats.org/officeDocument/2006/relationships/diagramQuickStyle" Target="../diagrams/quickStyle4.xml"/><Relationship Id="rId9" Type="http://schemas.openxmlformats.org/officeDocument/2006/relationships/image" Target="../media/image24.jpg"/><Relationship Id="rId14" Type="http://schemas.openxmlformats.org/officeDocument/2006/relationships/hyperlink" Target="http://www.freeimageslive.co.uk/free_stock_image/investment-growth-jpg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DFA8A-0718-8564-FC1C-57DCD68DE3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z="7200" b="1" dirty="0">
                <a:latin typeface="Cambria" panose="02040503050406030204" pitchFamily="18" charset="0"/>
                <a:ea typeface="Cambria" panose="02040503050406030204" pitchFamily="18" charset="0"/>
              </a:rPr>
              <a:t>Adventure Works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222FF6-5FEA-0AB7-A9C1-150B78BB33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1522" y="4302599"/>
            <a:ext cx="8144134" cy="1117687"/>
          </a:xfrm>
        </p:spPr>
        <p:txBody>
          <a:bodyPr/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By</a:t>
            </a:r>
            <a:r>
              <a:rPr lang="en-IN" dirty="0"/>
              <a:t> </a:t>
            </a: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ExcelR</a:t>
            </a:r>
          </a:p>
        </p:txBody>
      </p:sp>
    </p:spTree>
    <p:extLst>
      <p:ext uri="{BB962C8B-B14F-4D97-AF65-F5344CB8AC3E}">
        <p14:creationId xmlns:p14="http://schemas.microsoft.com/office/powerpoint/2010/main" val="4269191773"/>
      </p:ext>
    </p:extLst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A55E0-9F5C-D233-DCF1-B78210025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8000" b="1" dirty="0">
                <a:latin typeface="Cambria" panose="02040503050406030204" pitchFamily="18" charset="0"/>
                <a:ea typeface="Cambria" panose="02040503050406030204" pitchFamily="18" charset="0"/>
              </a:rPr>
              <a:t>Group 4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6720FE4-499E-5762-1C2E-E732D9A0B3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2173523"/>
              </p:ext>
            </p:extLst>
          </p:nvPr>
        </p:nvGraphicFramePr>
        <p:xfrm>
          <a:off x="681038" y="2336800"/>
          <a:ext cx="9613900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1" name="Graphic 10" descr="Male profile">
            <a:extLst>
              <a:ext uri="{FF2B5EF4-FFF2-40B4-BE49-F238E27FC236}">
                <a16:creationId xmlns:a16="http://schemas.microsoft.com/office/drawing/2014/main" id="{BD257481-6770-80A8-1C67-5D14F70F4BF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04720" y="3158125"/>
            <a:ext cx="457200" cy="457200"/>
          </a:xfrm>
          <a:prstGeom prst="rect">
            <a:avLst/>
          </a:prstGeom>
        </p:spPr>
      </p:pic>
      <p:pic>
        <p:nvPicPr>
          <p:cNvPr id="12" name="Graphic 11" descr="Male profile">
            <a:extLst>
              <a:ext uri="{FF2B5EF4-FFF2-40B4-BE49-F238E27FC236}">
                <a16:creationId xmlns:a16="http://schemas.microsoft.com/office/drawing/2014/main" id="{BDD04984-CC43-6DA1-D065-EAE040FEEAD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17420" y="2398109"/>
            <a:ext cx="457200" cy="457200"/>
          </a:xfrm>
          <a:prstGeom prst="rect">
            <a:avLst/>
          </a:prstGeom>
        </p:spPr>
      </p:pic>
      <p:pic>
        <p:nvPicPr>
          <p:cNvPr id="13" name="Graphic 12" descr="Male profile">
            <a:extLst>
              <a:ext uri="{FF2B5EF4-FFF2-40B4-BE49-F238E27FC236}">
                <a16:creationId xmlns:a16="http://schemas.microsoft.com/office/drawing/2014/main" id="{409F8F04-EA30-C43A-D163-BB51866C69D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04720" y="3907631"/>
            <a:ext cx="457200" cy="457200"/>
          </a:xfrm>
          <a:prstGeom prst="rect">
            <a:avLst/>
          </a:prstGeom>
        </p:spPr>
      </p:pic>
      <p:pic>
        <p:nvPicPr>
          <p:cNvPr id="15" name="Graphic 14" descr="Female Profile">
            <a:extLst>
              <a:ext uri="{FF2B5EF4-FFF2-40B4-BE49-F238E27FC236}">
                <a16:creationId xmlns:a16="http://schemas.microsoft.com/office/drawing/2014/main" id="{AC9D593C-03A3-374A-2643-5CBA41AF8D8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04720" y="4667647"/>
            <a:ext cx="482600" cy="482600"/>
          </a:xfrm>
          <a:prstGeom prst="rect">
            <a:avLst/>
          </a:prstGeom>
        </p:spPr>
      </p:pic>
      <p:pic>
        <p:nvPicPr>
          <p:cNvPr id="16" name="Graphic 15" descr="Female Profile">
            <a:extLst>
              <a:ext uri="{FF2B5EF4-FFF2-40B4-BE49-F238E27FC236}">
                <a16:creationId xmlns:a16="http://schemas.microsoft.com/office/drawing/2014/main" id="{776720E7-8A4E-D272-799C-5BFC10BAC5E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19960" y="5348780"/>
            <a:ext cx="4826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223802"/>
      </p:ext>
    </p:extLst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6AD46C9-B4F2-4671-35B8-E65369911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7200" b="1" dirty="0">
                <a:latin typeface="Cambria" panose="02040503050406030204" pitchFamily="18" charset="0"/>
                <a:ea typeface="Cambria" panose="02040503050406030204" pitchFamily="18" charset="0"/>
              </a:rPr>
              <a:t>Project Overview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BFB95FD-BD01-5055-C022-065409CE2C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3004157"/>
              </p:ext>
            </p:extLst>
          </p:nvPr>
        </p:nvGraphicFramePr>
        <p:xfrm>
          <a:off x="681038" y="2336800"/>
          <a:ext cx="9613900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D6A36F1C-EC5C-828E-B733-F6AFCD51FD2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1046480" y="2622233"/>
            <a:ext cx="1920240" cy="10467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23F3D18-3943-BD11-0AB4-C03C82BC661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5722528" y="2622231"/>
            <a:ext cx="1967748" cy="104678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132EFD9-574A-DFC8-45E2-1A66913F8EC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2"/>
              </a:ext>
            </a:extLst>
          </a:blip>
          <a:stretch>
            <a:fillRect/>
          </a:stretch>
        </p:blipFill>
        <p:spPr>
          <a:xfrm>
            <a:off x="3474719" y="2622233"/>
            <a:ext cx="1814203" cy="104678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13E3CC0-754C-B351-BB5A-44782DE8BFE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4"/>
              </a:ext>
            </a:extLst>
          </a:blip>
          <a:srcRect l="-1551" t="-4833" r="1551" b="-5620"/>
          <a:stretch>
            <a:fillRect/>
          </a:stretch>
        </p:blipFill>
        <p:spPr>
          <a:xfrm>
            <a:off x="8008927" y="2576036"/>
            <a:ext cx="1814204" cy="1214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300628"/>
      </p:ext>
    </p:extLst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5FAD961A-231D-7E4C-D3D3-6210012877DF}"/>
              </a:ext>
            </a:extLst>
          </p:cNvPr>
          <p:cNvCxnSpPr>
            <a:cxnSpLocks/>
          </p:cNvCxnSpPr>
          <p:nvPr/>
        </p:nvCxnSpPr>
        <p:spPr>
          <a:xfrm flipV="1">
            <a:off x="3499720" y="1405943"/>
            <a:ext cx="1389227" cy="1891668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86064A5-4D80-699F-43E9-EA8177A0834D}"/>
              </a:ext>
            </a:extLst>
          </p:cNvPr>
          <p:cNvCxnSpPr>
            <a:cxnSpLocks/>
          </p:cNvCxnSpPr>
          <p:nvPr/>
        </p:nvCxnSpPr>
        <p:spPr>
          <a:xfrm flipV="1">
            <a:off x="4439996" y="2167826"/>
            <a:ext cx="2155826" cy="806584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E2D75227-CAE4-B2DB-219E-B78BD4EC80A3}"/>
              </a:ext>
            </a:extLst>
          </p:cNvPr>
          <p:cNvCxnSpPr>
            <a:stCxn id="3" idx="6"/>
          </p:cNvCxnSpPr>
          <p:nvPr/>
        </p:nvCxnSpPr>
        <p:spPr>
          <a:xfrm flipV="1">
            <a:off x="5100637" y="3347719"/>
            <a:ext cx="2295843" cy="1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B60D92DD-9F40-E419-9B61-3E4823B4688B}"/>
              </a:ext>
            </a:extLst>
          </p:cNvPr>
          <p:cNvCxnSpPr>
            <a:cxnSpLocks/>
          </p:cNvCxnSpPr>
          <p:nvPr/>
        </p:nvCxnSpPr>
        <p:spPr>
          <a:xfrm>
            <a:off x="4277916" y="3584455"/>
            <a:ext cx="2165269" cy="873849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6602E7ED-7257-D088-1749-E597FD42A908}"/>
              </a:ext>
            </a:extLst>
          </p:cNvPr>
          <p:cNvCxnSpPr>
            <a:cxnSpLocks/>
          </p:cNvCxnSpPr>
          <p:nvPr/>
        </p:nvCxnSpPr>
        <p:spPr>
          <a:xfrm>
            <a:off x="4321729" y="4465865"/>
            <a:ext cx="1126571" cy="969428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59C1E8D-C339-29F9-162D-F49234AF6EDF}"/>
              </a:ext>
            </a:extLst>
          </p:cNvPr>
          <p:cNvSpPr/>
          <p:nvPr/>
        </p:nvSpPr>
        <p:spPr>
          <a:xfrm>
            <a:off x="5360550" y="5423409"/>
            <a:ext cx="3362325" cy="959249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Business Insights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56E60261-7562-4D10-3CFA-5B0DA15DB34B}"/>
              </a:ext>
            </a:extLst>
          </p:cNvPr>
          <p:cNvSpPr/>
          <p:nvPr/>
        </p:nvSpPr>
        <p:spPr>
          <a:xfrm>
            <a:off x="6715123" y="4147965"/>
            <a:ext cx="3362325" cy="878682"/>
          </a:xfrm>
          <a:prstGeom prst="roundRect">
            <a:avLst/>
          </a:prstGeom>
          <a:solidFill>
            <a:srgbClr val="9898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Tableau &amp; </a:t>
            </a:r>
            <a:br>
              <a:rPr lang="en-IN" b="1" dirty="0"/>
            </a:br>
            <a:r>
              <a:rPr lang="en-IN" b="1" dirty="0"/>
              <a:t>power BI Dashboard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8B9C1388-B860-F52A-8722-6B2753C61C80}"/>
              </a:ext>
            </a:extLst>
          </p:cNvPr>
          <p:cNvSpPr/>
          <p:nvPr/>
        </p:nvSpPr>
        <p:spPr>
          <a:xfrm>
            <a:off x="7786687" y="2929944"/>
            <a:ext cx="3362325" cy="910988"/>
          </a:xfrm>
          <a:prstGeom prst="round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Excel Analysis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5064C86-6D88-36F3-69AF-BA3D12AE8185}"/>
              </a:ext>
            </a:extLst>
          </p:cNvPr>
          <p:cNvSpPr/>
          <p:nvPr/>
        </p:nvSpPr>
        <p:spPr>
          <a:xfrm>
            <a:off x="6715124" y="1726904"/>
            <a:ext cx="3362325" cy="896007"/>
          </a:xfrm>
          <a:prstGeom prst="roundRect">
            <a:avLst/>
          </a:prstGeom>
          <a:solidFill>
            <a:srgbClr val="00AA4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Data Cleaning &amp;SQL Processing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55B22DE-7AA1-96EC-2D08-26E9388BEFF3}"/>
              </a:ext>
            </a:extLst>
          </p:cNvPr>
          <p:cNvSpPr/>
          <p:nvPr/>
        </p:nvSpPr>
        <p:spPr>
          <a:xfrm>
            <a:off x="5338763" y="555579"/>
            <a:ext cx="3362325" cy="896007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Raw Data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5DEDC1E-E5F8-7860-5C67-ED9557611B8E}"/>
              </a:ext>
            </a:extLst>
          </p:cNvPr>
          <p:cNvSpPr/>
          <p:nvPr/>
        </p:nvSpPr>
        <p:spPr>
          <a:xfrm>
            <a:off x="2045492" y="1862630"/>
            <a:ext cx="3055145" cy="2970179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190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053E4C5-5F92-87D7-31D7-5A938C5A9B9D}"/>
              </a:ext>
            </a:extLst>
          </p:cNvPr>
          <p:cNvSpPr/>
          <p:nvPr/>
        </p:nvSpPr>
        <p:spPr>
          <a:xfrm>
            <a:off x="2287823" y="2067051"/>
            <a:ext cx="2570481" cy="2561336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latin typeface="Cambria" panose="02040503050406030204" pitchFamily="18" charset="0"/>
                <a:ea typeface="Cambria" panose="02040503050406030204" pitchFamily="18" charset="0"/>
              </a:rPr>
              <a:t>Data Analysis Process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54FF717-CD08-406B-A050-6F6AB0B11694}"/>
              </a:ext>
            </a:extLst>
          </p:cNvPr>
          <p:cNvSpPr/>
          <p:nvPr/>
        </p:nvSpPr>
        <p:spPr>
          <a:xfrm>
            <a:off x="4714240" y="477890"/>
            <a:ext cx="982663" cy="1058141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1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EC796FC1-2276-5A33-AA8D-AC186F043B64}"/>
              </a:ext>
            </a:extLst>
          </p:cNvPr>
          <p:cNvSpPr/>
          <p:nvPr/>
        </p:nvSpPr>
        <p:spPr>
          <a:xfrm>
            <a:off x="6312692" y="4058235"/>
            <a:ext cx="982663" cy="1058141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4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93428D1A-F182-78CF-EC6F-16F5C72F9F1E}"/>
              </a:ext>
            </a:extLst>
          </p:cNvPr>
          <p:cNvSpPr/>
          <p:nvPr/>
        </p:nvSpPr>
        <p:spPr>
          <a:xfrm>
            <a:off x="7295355" y="2896535"/>
            <a:ext cx="982663" cy="1058141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3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6106E911-FF0A-A3E9-50EB-FAD96C9B1EA3}"/>
              </a:ext>
            </a:extLst>
          </p:cNvPr>
          <p:cNvSpPr/>
          <p:nvPr/>
        </p:nvSpPr>
        <p:spPr>
          <a:xfrm>
            <a:off x="6133783" y="1661207"/>
            <a:ext cx="982663" cy="1058141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2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095E5506-E02C-9FF3-D5C4-C12F5CFECE47}"/>
              </a:ext>
            </a:extLst>
          </p:cNvPr>
          <p:cNvSpPr/>
          <p:nvPr/>
        </p:nvSpPr>
        <p:spPr>
          <a:xfrm>
            <a:off x="5026577" y="5423409"/>
            <a:ext cx="982663" cy="1058141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5</a:t>
            </a: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9204CEE1-1A2E-B72C-8537-413CE215FF00}"/>
              </a:ext>
            </a:extLst>
          </p:cNvPr>
          <p:cNvSpPr/>
          <p:nvPr/>
        </p:nvSpPr>
        <p:spPr>
          <a:xfrm>
            <a:off x="0" y="-20886"/>
            <a:ext cx="4321729" cy="74787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latin typeface="Cambria" panose="02040503050406030204" pitchFamily="18" charset="0"/>
                <a:ea typeface="Cambria" panose="02040503050406030204" pitchFamily="18" charset="0"/>
              </a:rPr>
              <a:t>Workflow Followed</a:t>
            </a:r>
          </a:p>
        </p:txBody>
      </p:sp>
    </p:spTree>
    <p:extLst>
      <p:ext uri="{BB962C8B-B14F-4D97-AF65-F5344CB8AC3E}">
        <p14:creationId xmlns:p14="http://schemas.microsoft.com/office/powerpoint/2010/main" val="3708959957"/>
      </p:ext>
    </p:extLst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10C26-1646-DD46-42C3-BEB10A493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600" b="1" dirty="0">
                <a:latin typeface="Cambria" panose="02040503050406030204" pitchFamily="18" charset="0"/>
                <a:ea typeface="Cambria" panose="02040503050406030204" pitchFamily="18" charset="0"/>
              </a:rPr>
              <a:t>Project Objectives </a:t>
            </a:r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E9074DC7-7A33-B2B7-01F0-25E61A805E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64800" y="2255247"/>
            <a:ext cx="669303" cy="669303"/>
          </a:xfr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291B464-A786-DB15-540A-B913F3AC6821}"/>
              </a:ext>
            </a:extLst>
          </p:cNvPr>
          <p:cNvSpPr/>
          <p:nvPr/>
        </p:nvSpPr>
        <p:spPr>
          <a:xfrm>
            <a:off x="518586" y="2207695"/>
            <a:ext cx="8681976" cy="6693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/>
              <a:t>       </a:t>
            </a:r>
            <a:r>
              <a:rPr lang="en-US" sz="2000" b="1" dirty="0">
                <a:solidFill>
                  <a:schemeClr val="bg1"/>
                </a:solidFill>
              </a:rPr>
              <a:t>Clean and organize sales data.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EB6D01-AC55-3B1C-5180-88E20694DD4D}"/>
              </a:ext>
            </a:extLst>
          </p:cNvPr>
          <p:cNvSpPr/>
          <p:nvPr/>
        </p:nvSpPr>
        <p:spPr>
          <a:xfrm>
            <a:off x="599453" y="3163070"/>
            <a:ext cx="8601110" cy="6693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/>
              <a:t>      </a:t>
            </a:r>
            <a:r>
              <a:rPr lang="en-US" sz="2000" b="1" dirty="0">
                <a:solidFill>
                  <a:schemeClr val="bg1"/>
                </a:solidFill>
              </a:rPr>
              <a:t>Calculate Sales Amount, Production Cost, and Profit.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A9DB63-45D7-A6F8-F8A7-F0B10B4AE758}"/>
              </a:ext>
            </a:extLst>
          </p:cNvPr>
          <p:cNvSpPr/>
          <p:nvPr/>
        </p:nvSpPr>
        <p:spPr>
          <a:xfrm>
            <a:off x="518585" y="4069522"/>
            <a:ext cx="8681977" cy="6693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1" dirty="0">
                <a:solidFill>
                  <a:schemeClr val="bg1"/>
                </a:solidFill>
              </a:rPr>
              <a:t>       Build interactive dashboards.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DDE855-15A6-6309-4FF8-2A1D777FE9D2}"/>
              </a:ext>
            </a:extLst>
          </p:cNvPr>
          <p:cNvSpPr/>
          <p:nvPr/>
        </p:nvSpPr>
        <p:spPr>
          <a:xfrm>
            <a:off x="518585" y="5039968"/>
            <a:ext cx="8681977" cy="6693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bg1"/>
                </a:solidFill>
              </a:rPr>
              <a:t>       Analyze sales performance by Year, Product, Customer, and                 Re   Region. 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DC95C9-9392-C3BC-1F7B-88244523D9D2}"/>
              </a:ext>
            </a:extLst>
          </p:cNvPr>
          <p:cNvSpPr/>
          <p:nvPr/>
        </p:nvSpPr>
        <p:spPr>
          <a:xfrm>
            <a:off x="790403" y="5960633"/>
            <a:ext cx="8410159" cy="6693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bg1"/>
                </a:solidFill>
              </a:rPr>
              <a:t>   Support data-driven business decisions.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2E6DB90-D489-E13C-1A04-EEE7B05DEC5C}"/>
              </a:ext>
            </a:extLst>
          </p:cNvPr>
          <p:cNvSpPr/>
          <p:nvPr/>
        </p:nvSpPr>
        <p:spPr>
          <a:xfrm>
            <a:off x="183486" y="2155256"/>
            <a:ext cx="831933" cy="82504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FE4CD69-6280-3D1A-D1D1-9E66B4B23C0C}"/>
              </a:ext>
            </a:extLst>
          </p:cNvPr>
          <p:cNvSpPr/>
          <p:nvPr/>
        </p:nvSpPr>
        <p:spPr>
          <a:xfrm>
            <a:off x="195609" y="3089407"/>
            <a:ext cx="831933" cy="82504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EADFC1A-C909-CDE8-BBE3-6000E290A57B}"/>
              </a:ext>
            </a:extLst>
          </p:cNvPr>
          <p:cNvSpPr/>
          <p:nvPr/>
        </p:nvSpPr>
        <p:spPr>
          <a:xfrm>
            <a:off x="158953" y="4009872"/>
            <a:ext cx="831933" cy="825048"/>
          </a:xfrm>
          <a:prstGeom prst="ellipse">
            <a:avLst/>
          </a:prstGeom>
          <a:solidFill>
            <a:schemeClr val="tx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DE7A093-CFA1-B172-30B2-6F286377B6A8}"/>
              </a:ext>
            </a:extLst>
          </p:cNvPr>
          <p:cNvSpPr/>
          <p:nvPr/>
        </p:nvSpPr>
        <p:spPr>
          <a:xfrm rot="999339">
            <a:off x="158952" y="5906292"/>
            <a:ext cx="831933" cy="825048"/>
          </a:xfrm>
          <a:prstGeom prst="ellipse">
            <a:avLst/>
          </a:prstGeom>
          <a:solidFill>
            <a:srgbClr val="C495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2DB5A8D-9A28-C95C-F7B3-7F1258744CD4}"/>
              </a:ext>
            </a:extLst>
          </p:cNvPr>
          <p:cNvSpPr/>
          <p:nvPr/>
        </p:nvSpPr>
        <p:spPr>
          <a:xfrm>
            <a:off x="158951" y="4954790"/>
            <a:ext cx="831933" cy="825048"/>
          </a:xfrm>
          <a:prstGeom prst="ellips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AA9A620E-9336-CBEF-8EA6-BEADCD0BEA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417401" y="3231666"/>
            <a:ext cx="388347" cy="51269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2C9F49A-FD5E-50DA-34FE-39CA0A403F7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264800" y="4106265"/>
            <a:ext cx="657133" cy="657133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D4044819-6306-FEA2-A72F-1CE6B5996E9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376244" y="5125353"/>
            <a:ext cx="565610" cy="56561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E58B4DCF-459E-457A-5875-7FF1EA74E26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2"/>
              </a:ext>
            </a:extLst>
          </a:blip>
          <a:stretch>
            <a:fillRect/>
          </a:stretch>
        </p:blipFill>
        <p:spPr>
          <a:xfrm>
            <a:off x="264800" y="6031200"/>
            <a:ext cx="584495" cy="649439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C3AB5415-D2BC-42B0-B116-204755B913A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4"/>
              </a:ext>
            </a:extLst>
          </a:blip>
          <a:stretch>
            <a:fillRect/>
          </a:stretch>
        </p:blipFill>
        <p:spPr>
          <a:xfrm>
            <a:off x="247847" y="2203334"/>
            <a:ext cx="743037" cy="74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918673"/>
      </p:ext>
    </p:extLst>
  </p:cSld>
  <p:clrMapOvr>
    <a:masterClrMapping/>
  </p:clrMapOvr>
  <p:transition spd="slow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7FAD5-6A12-6C16-D857-60F9C9F38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600" b="1" dirty="0">
                <a:latin typeface="Cambria" panose="02040503050406030204" pitchFamily="18" charset="0"/>
                <a:ea typeface="Cambria" panose="02040503050406030204" pitchFamily="18" charset="0"/>
              </a:rPr>
              <a:t>Key</a:t>
            </a:r>
            <a:r>
              <a:rPr lang="en-IN" sz="6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sz="6600" b="1" dirty="0">
                <a:latin typeface="Cambria" panose="02040503050406030204" pitchFamily="18" charset="0"/>
                <a:ea typeface="Cambria" panose="02040503050406030204" pitchFamily="18" charset="0"/>
              </a:rPr>
              <a:t>Takeaways</a:t>
            </a:r>
            <a:r>
              <a:rPr lang="en-IN" sz="6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A727B62-4FB4-DFDC-E4BC-0BA97EE5E2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7943724"/>
              </p:ext>
            </p:extLst>
          </p:nvPr>
        </p:nvGraphicFramePr>
        <p:xfrm>
          <a:off x="681038" y="2336800"/>
          <a:ext cx="9613900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28100167"/>
      </p:ext>
    </p:extLst>
  </p:cSld>
  <p:clrMapOvr>
    <a:masterClrMapping/>
  </p:clrMapOvr>
  <p:transition spd="slow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459275-22F2-AD55-B55D-9B8CBACDACD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752475"/>
            <a:ext cx="9613900" cy="1081088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AC1DCB6-CD01-F6EB-3D53-06020DAA90AD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70" y="933453"/>
            <a:ext cx="5986930" cy="2692346"/>
          </a:xfrm>
          <a:ln w="38100">
            <a:solidFill>
              <a:schemeClr val="bg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C8BAD3A-CE5D-7373-AE1E-3DE02D9034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4088" y="918790"/>
            <a:ext cx="5652816" cy="269234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3B6189B-26AB-3A03-1E04-2B751A12D1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4087" y="3771679"/>
            <a:ext cx="5652816" cy="2906562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28E8CB0-75A4-FBC0-F074-F3DF54CBC902}"/>
              </a:ext>
            </a:extLst>
          </p:cNvPr>
          <p:cNvSpPr/>
          <p:nvPr/>
        </p:nvSpPr>
        <p:spPr>
          <a:xfrm>
            <a:off x="0" y="35099"/>
            <a:ext cx="12192000" cy="752475"/>
          </a:xfrm>
          <a:prstGeom prst="roundRect">
            <a:avLst/>
          </a:prstGeom>
          <a:solidFill>
            <a:srgbClr val="60A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Combined Dashboards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21E409-352E-A893-0477-CCE77D5EA97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98" y="3771678"/>
            <a:ext cx="6127464" cy="2906563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593902211"/>
      </p:ext>
    </p:extLst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63075-F8FC-C7D0-8DE8-A7493E9BB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b="1" dirty="0">
                <a:latin typeface="Cambria" panose="02040503050406030204" pitchFamily="18" charset="0"/>
                <a:ea typeface="Cambria" panose="02040503050406030204" pitchFamily="18" charset="0"/>
              </a:rPr>
              <a:t>Key Insights &amp; Interpretation 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C6FAD22-6411-F93F-A6DB-A4AFB59276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96971"/>
              </p:ext>
            </p:extLst>
          </p:nvPr>
        </p:nvGraphicFramePr>
        <p:xfrm>
          <a:off x="3434080" y="2224372"/>
          <a:ext cx="8598232" cy="35993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E602BA6A-2EEE-BD4A-88E5-B437F5F909F1}"/>
              </a:ext>
            </a:extLst>
          </p:cNvPr>
          <p:cNvSpPr txBox="1"/>
          <p:nvPr/>
        </p:nvSpPr>
        <p:spPr>
          <a:xfrm>
            <a:off x="1648460" y="5348955"/>
            <a:ext cx="1905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9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4CC03A24-6CF5-0E68-557D-5E96EED11A9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 flipH="1">
            <a:off x="3843367" y="2711407"/>
            <a:ext cx="853440" cy="64008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1EE5D541-88DE-134F-DBDD-C9AEAAB0CC4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5686657" y="2650787"/>
            <a:ext cx="747454" cy="789395"/>
          </a:xfrm>
          <a:prstGeom prst="rect">
            <a:avLst/>
          </a:prstGeom>
          <a:solidFill>
            <a:schemeClr val="tx1"/>
          </a:solidFill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976475CA-55C7-2B80-7263-BD3CE4BD92C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2"/>
              </a:ext>
            </a:extLst>
          </a:blip>
          <a:srcRect t="12636" b="12889"/>
          <a:stretch>
            <a:fillRect/>
          </a:stretch>
        </p:blipFill>
        <p:spPr>
          <a:xfrm>
            <a:off x="7252324" y="2711407"/>
            <a:ext cx="902512" cy="717593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7F680119-30AA-A293-D155-2C98D1CD8B0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4"/>
              </a:ext>
            </a:extLst>
          </a:blip>
          <a:stretch>
            <a:fillRect/>
          </a:stretch>
        </p:blipFill>
        <p:spPr>
          <a:xfrm>
            <a:off x="10815718" y="2648440"/>
            <a:ext cx="747454" cy="747454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0AFB2699-93CA-4FBC-D572-E9FC40A0AD9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6"/>
              </a:ext>
            </a:extLst>
          </a:blip>
          <a:stretch>
            <a:fillRect/>
          </a:stretch>
        </p:blipFill>
        <p:spPr>
          <a:xfrm>
            <a:off x="9032694" y="2650787"/>
            <a:ext cx="808074" cy="808074"/>
          </a:xfrm>
          <a:prstGeom prst="rect">
            <a:avLst/>
          </a:prstGeom>
        </p:spPr>
      </p:pic>
      <p:pic>
        <p:nvPicPr>
          <p:cNvPr id="42" name="Graphic 41" descr="Head with gears">
            <a:extLst>
              <a:ext uri="{FF2B5EF4-FFF2-40B4-BE49-F238E27FC236}">
                <a16:creationId xmlns:a16="http://schemas.microsoft.com/office/drawing/2014/main" id="{41FB9235-68AF-443D-A338-ABA28F9E91A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-375920" y="2224372"/>
            <a:ext cx="3929380" cy="3600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49279"/>
      </p:ext>
    </p:extLst>
  </p:cSld>
  <p:clrMapOvr>
    <a:masterClrMapping/>
  </p:clrMapOvr>
  <p:transition spd="slow"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5201FFB-8F34-6D16-D76F-4B9A06368BA1}"/>
              </a:ext>
            </a:extLst>
          </p:cNvPr>
          <p:cNvSpPr/>
          <p:nvPr/>
        </p:nvSpPr>
        <p:spPr>
          <a:xfrm>
            <a:off x="777831" y="2251926"/>
            <a:ext cx="10709220" cy="10435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        </a:t>
            </a:r>
            <a:r>
              <a:rPr lang="en-IN" sz="2000" b="1" dirty="0">
                <a:solidFill>
                  <a:schemeClr val="bg1"/>
                </a:solidFill>
              </a:rPr>
              <a:t>Successfully Analysed sales data using Excel,SQL,Tableau,and Power BI.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E82B35-D9D3-D416-E4E1-7BABF92E8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600" b="1" dirty="0">
                <a:latin typeface="Cambria" panose="02040503050406030204" pitchFamily="18" charset="0"/>
                <a:ea typeface="Cambria" panose="02040503050406030204" pitchFamily="18" charset="0"/>
              </a:rPr>
              <a:t>Conclusion </a:t>
            </a:r>
          </a:p>
        </p:txBody>
      </p:sp>
      <p:sp>
        <p:nvSpPr>
          <p:cNvPr id="4" name="Teardrop 3">
            <a:extLst>
              <a:ext uri="{FF2B5EF4-FFF2-40B4-BE49-F238E27FC236}">
                <a16:creationId xmlns:a16="http://schemas.microsoft.com/office/drawing/2014/main" id="{393DDA5F-7771-786A-567A-1B3ADF12FC30}"/>
              </a:ext>
            </a:extLst>
          </p:cNvPr>
          <p:cNvSpPr/>
          <p:nvPr/>
        </p:nvSpPr>
        <p:spPr>
          <a:xfrm rot="18915897" flipV="1">
            <a:off x="200038" y="2192644"/>
            <a:ext cx="1155587" cy="1162072"/>
          </a:xfrm>
          <a:prstGeom prst="teardrop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08DB25C-0DF8-6E2F-9BA8-96B70C02F086}"/>
              </a:ext>
            </a:extLst>
          </p:cNvPr>
          <p:cNvSpPr/>
          <p:nvPr/>
        </p:nvSpPr>
        <p:spPr>
          <a:xfrm rot="10800000" flipV="1">
            <a:off x="316725" y="2320123"/>
            <a:ext cx="922214" cy="90711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C24C598-BED6-7A39-65AE-234C6E4C7052}"/>
              </a:ext>
            </a:extLst>
          </p:cNvPr>
          <p:cNvSpPr/>
          <p:nvPr/>
        </p:nvSpPr>
        <p:spPr>
          <a:xfrm>
            <a:off x="578539" y="3496886"/>
            <a:ext cx="10908511" cy="10435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1" dirty="0">
                <a:solidFill>
                  <a:schemeClr val="bg1"/>
                </a:solidFill>
              </a:rPr>
              <a:t>             Built In Interactive Dashboards for Effective Data Visualization.</a:t>
            </a:r>
          </a:p>
        </p:txBody>
      </p:sp>
      <p:sp>
        <p:nvSpPr>
          <p:cNvPr id="18" name="Teardrop 17">
            <a:extLst>
              <a:ext uri="{FF2B5EF4-FFF2-40B4-BE49-F238E27FC236}">
                <a16:creationId xmlns:a16="http://schemas.microsoft.com/office/drawing/2014/main" id="{E411BBE9-B44E-F48E-0B74-45A13BDAFD23}"/>
              </a:ext>
            </a:extLst>
          </p:cNvPr>
          <p:cNvSpPr/>
          <p:nvPr/>
        </p:nvSpPr>
        <p:spPr>
          <a:xfrm rot="18915897" flipV="1">
            <a:off x="200038" y="3465619"/>
            <a:ext cx="1155587" cy="1162072"/>
          </a:xfrm>
          <a:prstGeom prst="teardrop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404C6DD-876A-18FF-81E7-863D2EA1B20E}"/>
              </a:ext>
            </a:extLst>
          </p:cNvPr>
          <p:cNvSpPr/>
          <p:nvPr/>
        </p:nvSpPr>
        <p:spPr>
          <a:xfrm rot="10800000" flipV="1">
            <a:off x="316725" y="3593098"/>
            <a:ext cx="922214" cy="90711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5AEE04B-B532-2514-B136-671E550F91C8}"/>
              </a:ext>
            </a:extLst>
          </p:cNvPr>
          <p:cNvSpPr/>
          <p:nvPr/>
        </p:nvSpPr>
        <p:spPr>
          <a:xfrm>
            <a:off x="578540" y="4866072"/>
            <a:ext cx="10908510" cy="10435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      Identified Key Sales Trends and Business Insights to Support Decision Making.</a:t>
            </a:r>
          </a:p>
        </p:txBody>
      </p:sp>
      <p:sp>
        <p:nvSpPr>
          <p:cNvPr id="21" name="Teardrop 20">
            <a:extLst>
              <a:ext uri="{FF2B5EF4-FFF2-40B4-BE49-F238E27FC236}">
                <a16:creationId xmlns:a16="http://schemas.microsoft.com/office/drawing/2014/main" id="{00D26B5C-7529-112A-057B-9A7A0DDBEF8A}"/>
              </a:ext>
            </a:extLst>
          </p:cNvPr>
          <p:cNvSpPr/>
          <p:nvPr/>
        </p:nvSpPr>
        <p:spPr>
          <a:xfrm rot="18915897" flipV="1">
            <a:off x="200038" y="4806788"/>
            <a:ext cx="1155587" cy="1162072"/>
          </a:xfrm>
          <a:prstGeom prst="teardrop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8442D93-4DA6-4728-8C93-E0EF07C809BB}"/>
              </a:ext>
            </a:extLst>
          </p:cNvPr>
          <p:cNvSpPr/>
          <p:nvPr/>
        </p:nvSpPr>
        <p:spPr>
          <a:xfrm rot="10800000" flipV="1">
            <a:off x="316725" y="4934267"/>
            <a:ext cx="922214" cy="90711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>
                <a:solidFill>
                  <a:schemeClr val="bg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36154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83ED7-8DA2-65C6-57B1-E6926E3EDA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z="9600" b="1" dirty="0">
                <a:latin typeface="Cambria" panose="02040503050406030204" pitchFamily="18" charset="0"/>
                <a:ea typeface="Cambria" panose="02040503050406030204" pitchFamily="18" charset="0"/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768892-BF43-49EE-A5AF-940FF55ED3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6506490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6A9C41"/>
      </a:dk2>
      <a:lt2>
        <a:srgbClr val="E7E6E6"/>
      </a:lt2>
      <a:accent1>
        <a:srgbClr val="A7D535"/>
      </a:accent1>
      <a:accent2>
        <a:srgbClr val="EACA4F"/>
      </a:accent2>
      <a:accent3>
        <a:srgbClr val="FD9850"/>
      </a:accent3>
      <a:accent4>
        <a:srgbClr val="F46442"/>
      </a:accent4>
      <a:accent5>
        <a:srgbClr val="54D289"/>
      </a:accent5>
      <a:accent6>
        <a:srgbClr val="6AD8CB"/>
      </a:accent6>
      <a:hlink>
        <a:srgbClr val="CAFB50"/>
      </a:hlink>
      <a:folHlink>
        <a:srgbClr val="DEFF8B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3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06000"/>
                <a:satMod val="120000"/>
                <a:lumMod val="7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B587E4A9-1405-4B4F-8BC3-512EE08D2E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597</TotalTime>
  <Words>267</Words>
  <Application>Microsoft Office PowerPoint</Application>
  <PresentationFormat>Widescreen</PresentationFormat>
  <Paragraphs>53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Trebuchet MS</vt:lpstr>
      <vt:lpstr>Berlin</vt:lpstr>
      <vt:lpstr>Adventure Works</vt:lpstr>
      <vt:lpstr>Group 4</vt:lpstr>
      <vt:lpstr>Project Overview</vt:lpstr>
      <vt:lpstr>PowerPoint Presentation</vt:lpstr>
      <vt:lpstr>Project Objectives </vt:lpstr>
      <vt:lpstr>Key Takeaways </vt:lpstr>
      <vt:lpstr>PowerPoint Presentation</vt:lpstr>
      <vt:lpstr>Key Insights &amp; Interpretation </vt:lpstr>
      <vt:lpstr>Conclusion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jyothi</dc:creator>
  <cp:lastModifiedBy>jyothi</cp:lastModifiedBy>
  <cp:revision>19</cp:revision>
  <dcterms:created xsi:type="dcterms:W3CDTF">2026-08-06T08:47:58Z</dcterms:created>
  <dcterms:modified xsi:type="dcterms:W3CDTF">2026-08-10T09:28:55Z</dcterms:modified>
</cp:coreProperties>
</file>